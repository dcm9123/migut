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9" r:id="rId5"/>
    <p:sldId id="280" r:id="rId6"/>
    <p:sldId id="281" r:id="rId7"/>
    <p:sldId id="283" r:id="rId8"/>
    <p:sldId id="287" r:id="rId9"/>
    <p:sldId id="292" r:id="rId10"/>
    <p:sldId id="284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87124"/>
  </p:normalViewPr>
  <p:slideViewPr>
    <p:cSldViewPr snapToGrid="0">
      <p:cViewPr>
        <p:scale>
          <a:sx n="220" d="100"/>
          <a:sy n="220" d="100"/>
        </p:scale>
        <p:origin x="-3672" y="-3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CC7D0C-36CF-AC44-80AE-B88A8B49D3A2}" type="doc">
      <dgm:prSet loTypeId="urn:microsoft.com/office/officeart/2024/layout/BulletTimelineInverted" loCatId="" qsTypeId="urn:microsoft.com/office/officeart/2005/8/quickstyle/simple1" qsCatId="simple" csTypeId="urn:microsoft.com/office/officeart/2005/8/colors/accent2_1" csCatId="accent2" phldr="1"/>
      <dgm:spPr/>
    </dgm:pt>
    <dgm:pt modelId="{FFF7FD2B-103E-DE43-A779-AF6EF57C72F5}">
      <dgm:prSet phldrT="[Text]"/>
      <dgm:spPr/>
      <dgm:t>
        <a:bodyPr/>
        <a:lstStyle/>
        <a:p>
          <a:pPr>
            <a:defRPr b="1"/>
          </a:pPr>
          <a:r>
            <a:rPr lang="en-US" dirty="0"/>
            <a:t>Raw sequencing data</a:t>
          </a:r>
        </a:p>
      </dgm:t>
    </dgm:pt>
    <dgm:pt modelId="{0A8B07EA-DE23-5F42-BDFE-965309A30CA9}" type="parTrans" cxnId="{D197DDCE-94BA-9F48-87E7-EAA34E85AF6C}">
      <dgm:prSet/>
      <dgm:spPr/>
      <dgm:t>
        <a:bodyPr/>
        <a:lstStyle/>
        <a:p>
          <a:endParaRPr lang="en-US"/>
        </a:p>
      </dgm:t>
    </dgm:pt>
    <dgm:pt modelId="{1DC36113-55BA-5E4A-A59A-77ABEF57655A}" type="sibTrans" cxnId="{D197DDCE-94BA-9F48-87E7-EAA34E85AF6C}">
      <dgm:prSet/>
      <dgm:spPr/>
      <dgm:t>
        <a:bodyPr/>
        <a:lstStyle/>
        <a:p>
          <a:endParaRPr lang="en-US"/>
        </a:p>
      </dgm:t>
    </dgm:pt>
    <dgm:pt modelId="{EAB02B7D-D298-1848-B31B-EB7BA599B7FD}">
      <dgm:prSet phldrT="[Text]"/>
      <dgm:spPr/>
      <dgm:t>
        <a:bodyPr/>
        <a:lstStyle/>
        <a:p>
          <a:pPr>
            <a:defRPr b="1"/>
          </a:pPr>
          <a:r>
            <a:rPr lang="en-US" dirty="0"/>
            <a:t>Illumina adapter removal</a:t>
          </a:r>
        </a:p>
      </dgm:t>
    </dgm:pt>
    <dgm:pt modelId="{D960491F-A3B9-674C-9014-14026908175D}" type="parTrans" cxnId="{253D5C49-714F-634D-BEB9-A7CCA5FA917D}">
      <dgm:prSet/>
      <dgm:spPr/>
      <dgm:t>
        <a:bodyPr/>
        <a:lstStyle/>
        <a:p>
          <a:endParaRPr lang="en-US"/>
        </a:p>
      </dgm:t>
    </dgm:pt>
    <dgm:pt modelId="{B969CA3E-18E5-E249-8FA3-76F0BCA970FF}" type="sibTrans" cxnId="{253D5C49-714F-634D-BEB9-A7CCA5FA917D}">
      <dgm:prSet/>
      <dgm:spPr/>
      <dgm:t>
        <a:bodyPr/>
        <a:lstStyle/>
        <a:p>
          <a:endParaRPr lang="en-US"/>
        </a:p>
      </dgm:t>
    </dgm:pt>
    <dgm:pt modelId="{1430CB74-6701-FE4C-8C42-630C7BC19A44}">
      <dgm:prSet phldrT="[Text]"/>
      <dgm:spPr/>
      <dgm:t>
        <a:bodyPr/>
        <a:lstStyle/>
        <a:p>
          <a:pPr>
            <a:defRPr b="1"/>
          </a:pPr>
          <a:r>
            <a:rPr lang="en-US" dirty="0" err="1"/>
            <a:t>PolyG</a:t>
          </a:r>
          <a:r>
            <a:rPr lang="en-US" dirty="0"/>
            <a:t> tract removal</a:t>
          </a:r>
        </a:p>
      </dgm:t>
    </dgm:pt>
    <dgm:pt modelId="{2455CB09-75BF-3847-88B2-CBADAC452D26}" type="parTrans" cxnId="{A15AC9EC-2C6C-0840-8764-33EB958C4ED8}">
      <dgm:prSet/>
      <dgm:spPr/>
      <dgm:t>
        <a:bodyPr/>
        <a:lstStyle/>
        <a:p>
          <a:endParaRPr lang="en-US"/>
        </a:p>
      </dgm:t>
    </dgm:pt>
    <dgm:pt modelId="{16377DCF-B128-4A4D-8A56-3E1D96876F22}" type="sibTrans" cxnId="{A15AC9EC-2C6C-0840-8764-33EB958C4ED8}">
      <dgm:prSet/>
      <dgm:spPr/>
      <dgm:t>
        <a:bodyPr/>
        <a:lstStyle/>
        <a:p>
          <a:endParaRPr lang="en-US"/>
        </a:p>
      </dgm:t>
    </dgm:pt>
    <dgm:pt modelId="{E36D493A-4D9B-7344-80EC-FB5F8AE21FB7}">
      <dgm:prSet phldrT="[Text]"/>
      <dgm:spPr/>
      <dgm:t>
        <a:bodyPr/>
        <a:lstStyle/>
        <a:p>
          <a:r>
            <a:rPr lang="en-US" dirty="0"/>
            <a:t>Illumina </a:t>
          </a:r>
          <a:r>
            <a:rPr lang="en-US" dirty="0" err="1"/>
            <a:t>NovaSeq</a:t>
          </a:r>
          <a:r>
            <a:rPr lang="en-US" dirty="0"/>
            <a:t> PE 150 cycles</a:t>
          </a:r>
        </a:p>
      </dgm:t>
    </dgm:pt>
    <dgm:pt modelId="{F1B65C9D-003B-6747-A8AA-9FFC4351EB97}" type="parTrans" cxnId="{C603AC4C-AC35-6443-91FC-B7D7D38E0C9B}">
      <dgm:prSet/>
      <dgm:spPr/>
      <dgm:t>
        <a:bodyPr/>
        <a:lstStyle/>
        <a:p>
          <a:endParaRPr lang="en-US"/>
        </a:p>
      </dgm:t>
    </dgm:pt>
    <dgm:pt modelId="{38F011F1-6B6B-BC46-9756-E37ACFE983AC}" type="sibTrans" cxnId="{C603AC4C-AC35-6443-91FC-B7D7D38E0C9B}">
      <dgm:prSet/>
      <dgm:spPr/>
      <dgm:t>
        <a:bodyPr/>
        <a:lstStyle/>
        <a:p>
          <a:endParaRPr lang="en-US"/>
        </a:p>
      </dgm:t>
    </dgm:pt>
    <dgm:pt modelId="{C00CDEC4-DC2A-FA49-B84D-6EE7195FE674}">
      <dgm:prSet phldrT="[Text]"/>
      <dgm:spPr/>
      <dgm:t>
        <a:bodyPr/>
        <a:lstStyle/>
        <a:p>
          <a:r>
            <a:rPr lang="en-US" dirty="0" err="1"/>
            <a:t>BBDuk</a:t>
          </a:r>
          <a:endParaRPr lang="en-US" dirty="0"/>
        </a:p>
      </dgm:t>
    </dgm:pt>
    <dgm:pt modelId="{F7D888A1-CF70-A842-9A7E-4CC94FA0B139}" type="parTrans" cxnId="{EDB50E8C-8445-C34B-BE1C-332A0649EAE9}">
      <dgm:prSet/>
      <dgm:spPr/>
      <dgm:t>
        <a:bodyPr/>
        <a:lstStyle/>
        <a:p>
          <a:endParaRPr lang="en-US"/>
        </a:p>
      </dgm:t>
    </dgm:pt>
    <dgm:pt modelId="{040838F8-172B-CB49-BE2E-E7DC4D0C6440}" type="sibTrans" cxnId="{EDB50E8C-8445-C34B-BE1C-332A0649EAE9}">
      <dgm:prSet/>
      <dgm:spPr/>
      <dgm:t>
        <a:bodyPr/>
        <a:lstStyle/>
        <a:p>
          <a:endParaRPr lang="en-US"/>
        </a:p>
      </dgm:t>
    </dgm:pt>
    <dgm:pt modelId="{0B76E85D-4995-7445-A242-A4889E688D70}">
      <dgm:prSet phldrT="[Text]"/>
      <dgm:spPr/>
      <dgm:t>
        <a:bodyPr/>
        <a:lstStyle/>
        <a:p>
          <a:r>
            <a:rPr lang="en-US" dirty="0" err="1"/>
            <a:t>BBDuk</a:t>
          </a:r>
          <a:endParaRPr lang="en-US" dirty="0"/>
        </a:p>
      </dgm:t>
    </dgm:pt>
    <dgm:pt modelId="{E96B2378-50CC-FD4C-B75D-58F801E85DB7}" type="parTrans" cxnId="{9BBA5BAC-A1BE-E942-8E37-E7AB75B186EE}">
      <dgm:prSet/>
      <dgm:spPr/>
      <dgm:t>
        <a:bodyPr/>
        <a:lstStyle/>
        <a:p>
          <a:endParaRPr lang="en-US"/>
        </a:p>
      </dgm:t>
    </dgm:pt>
    <dgm:pt modelId="{81A6B845-29F4-5442-A250-964F53F5CA2D}" type="sibTrans" cxnId="{9BBA5BAC-A1BE-E942-8E37-E7AB75B186EE}">
      <dgm:prSet/>
      <dgm:spPr/>
      <dgm:t>
        <a:bodyPr/>
        <a:lstStyle/>
        <a:p>
          <a:endParaRPr lang="en-US"/>
        </a:p>
      </dgm:t>
    </dgm:pt>
    <dgm:pt modelId="{16AF69E8-EE51-644C-9572-8722DDC69D40}">
      <dgm:prSet phldrT="[Text]"/>
      <dgm:spPr/>
      <dgm:t>
        <a:bodyPr/>
        <a:lstStyle/>
        <a:p>
          <a:pPr>
            <a:defRPr b="1"/>
          </a:pPr>
          <a:r>
            <a:rPr lang="en-US" dirty="0"/>
            <a:t>Low-quality read removal</a:t>
          </a:r>
        </a:p>
      </dgm:t>
    </dgm:pt>
    <dgm:pt modelId="{1C0DDC79-D5D4-8C4B-A920-EDFFA181D32F}" type="parTrans" cxnId="{915EC334-AED6-914A-BDC0-EF411EF53339}">
      <dgm:prSet/>
      <dgm:spPr/>
      <dgm:t>
        <a:bodyPr/>
        <a:lstStyle/>
        <a:p>
          <a:endParaRPr lang="en-US"/>
        </a:p>
      </dgm:t>
    </dgm:pt>
    <dgm:pt modelId="{B5F919A2-A6BD-C644-B9A9-66B7EEEFB875}" type="sibTrans" cxnId="{915EC334-AED6-914A-BDC0-EF411EF53339}">
      <dgm:prSet/>
      <dgm:spPr/>
      <dgm:t>
        <a:bodyPr/>
        <a:lstStyle/>
        <a:p>
          <a:endParaRPr lang="en-US"/>
        </a:p>
      </dgm:t>
    </dgm:pt>
    <dgm:pt modelId="{7E5EAB39-1E6A-F343-A46D-1AE3DBCC1859}">
      <dgm:prSet phldrT="[Text]"/>
      <dgm:spPr/>
      <dgm:t>
        <a:bodyPr/>
        <a:lstStyle/>
        <a:p>
          <a:pPr>
            <a:defRPr b="1"/>
          </a:pPr>
          <a:r>
            <a:rPr lang="en-US" dirty="0"/>
            <a:t>Read merging</a:t>
          </a:r>
        </a:p>
      </dgm:t>
    </dgm:pt>
    <dgm:pt modelId="{179E79B5-67F2-284D-A913-441FDBF8CBB1}" type="parTrans" cxnId="{9B0D2BCE-A898-3B46-9DEC-B8FCB634120E}">
      <dgm:prSet/>
      <dgm:spPr/>
      <dgm:t>
        <a:bodyPr/>
        <a:lstStyle/>
        <a:p>
          <a:endParaRPr lang="en-US"/>
        </a:p>
      </dgm:t>
    </dgm:pt>
    <dgm:pt modelId="{89FFCE5F-737D-424F-9655-40503A09EF38}" type="sibTrans" cxnId="{9B0D2BCE-A898-3B46-9DEC-B8FCB634120E}">
      <dgm:prSet/>
      <dgm:spPr/>
      <dgm:t>
        <a:bodyPr/>
        <a:lstStyle/>
        <a:p>
          <a:endParaRPr lang="en-US"/>
        </a:p>
      </dgm:t>
    </dgm:pt>
    <dgm:pt modelId="{EB4E3E2D-0779-9441-9937-05B5474EC857}">
      <dgm:prSet phldrT="[Text]"/>
      <dgm:spPr/>
      <dgm:t>
        <a:bodyPr/>
        <a:lstStyle/>
        <a:p>
          <a:r>
            <a:rPr lang="en-US" dirty="0" err="1"/>
            <a:t>Prinseq</a:t>
          </a:r>
          <a:endParaRPr lang="en-US" dirty="0"/>
        </a:p>
      </dgm:t>
    </dgm:pt>
    <dgm:pt modelId="{B490C7EE-CD48-A547-9C93-EAB4386395F7}" type="parTrans" cxnId="{FF156B58-EFD7-0248-A73B-76C65125B3F9}">
      <dgm:prSet/>
      <dgm:spPr/>
      <dgm:t>
        <a:bodyPr/>
        <a:lstStyle/>
        <a:p>
          <a:endParaRPr lang="en-US"/>
        </a:p>
      </dgm:t>
    </dgm:pt>
    <dgm:pt modelId="{1E52E8D7-C87B-FB42-9708-E04718AD7245}" type="sibTrans" cxnId="{FF156B58-EFD7-0248-A73B-76C65125B3F9}">
      <dgm:prSet/>
      <dgm:spPr/>
      <dgm:t>
        <a:bodyPr/>
        <a:lstStyle/>
        <a:p>
          <a:endParaRPr lang="en-US"/>
        </a:p>
      </dgm:t>
    </dgm:pt>
    <dgm:pt modelId="{C197AF01-E852-C94D-B600-D7315894FE0F}">
      <dgm:prSet phldrT="[Text]"/>
      <dgm:spPr/>
      <dgm:t>
        <a:bodyPr/>
        <a:lstStyle/>
        <a:p>
          <a:r>
            <a:rPr lang="en-US" dirty="0" err="1"/>
            <a:t>BBMap</a:t>
          </a:r>
          <a:endParaRPr lang="en-US" dirty="0"/>
        </a:p>
      </dgm:t>
    </dgm:pt>
    <dgm:pt modelId="{43422022-3277-A541-9F86-AA14FC61BF8E}" type="parTrans" cxnId="{3D43809E-A78E-A94C-B662-7C554BE82F20}">
      <dgm:prSet/>
      <dgm:spPr/>
      <dgm:t>
        <a:bodyPr/>
        <a:lstStyle/>
        <a:p>
          <a:endParaRPr lang="en-US"/>
        </a:p>
      </dgm:t>
    </dgm:pt>
    <dgm:pt modelId="{3EB39560-CC6D-1145-8FC4-0FA84E9224AB}" type="sibTrans" cxnId="{3D43809E-A78E-A94C-B662-7C554BE82F20}">
      <dgm:prSet/>
      <dgm:spPr/>
      <dgm:t>
        <a:bodyPr/>
        <a:lstStyle/>
        <a:p>
          <a:endParaRPr lang="en-US"/>
        </a:p>
      </dgm:t>
    </dgm:pt>
    <dgm:pt modelId="{82D4A898-9CAA-B149-B2BB-A730A647CA8E}">
      <dgm:prSet phldrT="[Text]"/>
      <dgm:spPr/>
      <dgm:t>
        <a:bodyPr/>
        <a:lstStyle/>
        <a:p>
          <a:pPr>
            <a:defRPr b="1"/>
          </a:pPr>
          <a:r>
            <a:rPr lang="en-US" dirty="0"/>
            <a:t>Metagenomics analysis</a:t>
          </a:r>
        </a:p>
      </dgm:t>
    </dgm:pt>
    <dgm:pt modelId="{4F6B7870-5F45-1A47-B782-1A4F2645247B}" type="parTrans" cxnId="{94409C59-C958-3E47-9952-67B7D78B5C35}">
      <dgm:prSet/>
      <dgm:spPr/>
      <dgm:t>
        <a:bodyPr/>
        <a:lstStyle/>
        <a:p>
          <a:endParaRPr lang="en-US"/>
        </a:p>
      </dgm:t>
    </dgm:pt>
    <dgm:pt modelId="{CE4D49C1-118C-6D49-B8AD-3C06F8399E12}" type="sibTrans" cxnId="{94409C59-C958-3E47-9952-67B7D78B5C35}">
      <dgm:prSet/>
      <dgm:spPr/>
      <dgm:t>
        <a:bodyPr/>
        <a:lstStyle/>
        <a:p>
          <a:endParaRPr lang="en-US"/>
        </a:p>
      </dgm:t>
    </dgm:pt>
    <dgm:pt modelId="{B658C946-746E-624A-8450-1EB98D9BCF56}">
      <dgm:prSet phldrT="[Text]"/>
      <dgm:spPr/>
      <dgm:t>
        <a:bodyPr/>
        <a:lstStyle/>
        <a:p>
          <a:r>
            <a:rPr lang="en-US" dirty="0" err="1"/>
            <a:t>Metaphlan</a:t>
          </a:r>
          <a:r>
            <a:rPr lang="en-US" dirty="0"/>
            <a:t> 4</a:t>
          </a:r>
        </a:p>
      </dgm:t>
    </dgm:pt>
    <dgm:pt modelId="{37E1DFB6-CA86-F34E-9FBF-BAAE913E88C7}" type="parTrans" cxnId="{25C1A730-FBCC-5A46-A6C2-BA8408D4A43B}">
      <dgm:prSet/>
      <dgm:spPr/>
      <dgm:t>
        <a:bodyPr/>
        <a:lstStyle/>
        <a:p>
          <a:endParaRPr lang="en-US"/>
        </a:p>
      </dgm:t>
    </dgm:pt>
    <dgm:pt modelId="{DA476B9B-5865-6042-B38E-BC4137D4B6AA}" type="sibTrans" cxnId="{25C1A730-FBCC-5A46-A6C2-BA8408D4A43B}">
      <dgm:prSet/>
      <dgm:spPr/>
      <dgm:t>
        <a:bodyPr/>
        <a:lstStyle/>
        <a:p>
          <a:endParaRPr lang="en-US"/>
        </a:p>
      </dgm:t>
    </dgm:pt>
    <dgm:pt modelId="{9F5B61AB-C3D3-D24A-AAE2-2CD327A3AE79}">
      <dgm:prSet phldrT="[Text]"/>
      <dgm:spPr/>
      <dgm:t>
        <a:bodyPr/>
        <a:lstStyle/>
        <a:p>
          <a:pPr>
            <a:defRPr b="1"/>
          </a:pPr>
          <a:r>
            <a:rPr lang="en-US" dirty="0"/>
            <a:t>Human reads removal</a:t>
          </a:r>
        </a:p>
      </dgm:t>
    </dgm:pt>
    <dgm:pt modelId="{093C4377-81FE-B54B-834E-631671257C1B}" type="parTrans" cxnId="{B75CA329-6D31-3946-849E-F2C4A8D15A9F}">
      <dgm:prSet/>
      <dgm:spPr/>
      <dgm:t>
        <a:bodyPr/>
        <a:lstStyle/>
        <a:p>
          <a:endParaRPr lang="en-US"/>
        </a:p>
      </dgm:t>
    </dgm:pt>
    <dgm:pt modelId="{D4DD6089-70D3-FF42-98AB-B6132C870765}" type="sibTrans" cxnId="{B75CA329-6D31-3946-849E-F2C4A8D15A9F}">
      <dgm:prSet/>
      <dgm:spPr/>
      <dgm:t>
        <a:bodyPr/>
        <a:lstStyle/>
        <a:p>
          <a:endParaRPr lang="en-US"/>
        </a:p>
      </dgm:t>
    </dgm:pt>
    <dgm:pt modelId="{C9E0AED0-03D4-0342-8543-9759A1CEF1C5}">
      <dgm:prSet phldrT="[Text]"/>
      <dgm:spPr/>
      <dgm:t>
        <a:bodyPr/>
        <a:lstStyle/>
        <a:p>
          <a:r>
            <a:rPr lang="en-US" dirty="0" err="1"/>
            <a:t>Bmtagger</a:t>
          </a:r>
          <a:endParaRPr lang="en-US" dirty="0"/>
        </a:p>
      </dgm:t>
    </dgm:pt>
    <dgm:pt modelId="{8193FF42-9D45-BE47-A38C-9DAAF9DD56BA}" type="parTrans" cxnId="{DBAB0BE6-4F6D-BD4B-BA97-8FE43120BFC9}">
      <dgm:prSet/>
      <dgm:spPr/>
      <dgm:t>
        <a:bodyPr/>
        <a:lstStyle/>
        <a:p>
          <a:endParaRPr lang="en-US"/>
        </a:p>
      </dgm:t>
    </dgm:pt>
    <dgm:pt modelId="{BC2FA3F4-F94E-684D-BC34-CA9ED516B7CD}" type="sibTrans" cxnId="{DBAB0BE6-4F6D-BD4B-BA97-8FE43120BFC9}">
      <dgm:prSet/>
      <dgm:spPr/>
      <dgm:t>
        <a:bodyPr/>
        <a:lstStyle/>
        <a:p>
          <a:endParaRPr lang="en-US"/>
        </a:p>
      </dgm:t>
    </dgm:pt>
    <dgm:pt modelId="{347CA8A2-8C17-7241-A298-D570E141F13D}">
      <dgm:prSet phldrT="[Text]"/>
      <dgm:spPr/>
      <dgm:t>
        <a:bodyPr/>
        <a:lstStyle/>
        <a:p>
          <a:r>
            <a:rPr lang="en-US" dirty="0"/>
            <a:t>SGB</a:t>
          </a:r>
        </a:p>
      </dgm:t>
    </dgm:pt>
    <dgm:pt modelId="{1C86A8F8-B8CB-1046-A97F-7B66AB1AC85B}" type="parTrans" cxnId="{3D6BC82A-A229-B74C-B3FB-FF864DEB46AB}">
      <dgm:prSet/>
      <dgm:spPr/>
    </dgm:pt>
    <dgm:pt modelId="{C44CE05E-4B28-EB4A-955C-0C131BB9A96F}" type="sibTrans" cxnId="{3D6BC82A-A229-B74C-B3FB-FF864DEB46AB}">
      <dgm:prSet/>
      <dgm:spPr/>
    </dgm:pt>
    <dgm:pt modelId="{A2BC832A-C050-614F-9907-89F6D9C7ED61}">
      <dgm:prSet phldrT="[Text]"/>
      <dgm:spPr/>
      <dgm:t>
        <a:bodyPr/>
        <a:lstStyle/>
        <a:p>
          <a:r>
            <a:rPr lang="en-US" dirty="0"/>
            <a:t>GTDB r220</a:t>
          </a:r>
        </a:p>
      </dgm:t>
    </dgm:pt>
    <dgm:pt modelId="{670178F3-BC97-2B43-9230-B32E6751E349}" type="parTrans" cxnId="{647E9249-1258-B242-9FE2-22A0BF4660BD}">
      <dgm:prSet/>
      <dgm:spPr/>
    </dgm:pt>
    <dgm:pt modelId="{27DA6F4D-9272-F84F-9209-CFA7F7C563EA}" type="sibTrans" cxnId="{647E9249-1258-B242-9FE2-22A0BF4660BD}">
      <dgm:prSet/>
      <dgm:spPr/>
    </dgm:pt>
    <dgm:pt modelId="{E669F94F-7878-924C-AA61-42C4961033B3}" type="pres">
      <dgm:prSet presAssocID="{20CC7D0C-36CF-AC44-80AE-B88A8B49D3A2}" presName="root" presStyleCnt="0">
        <dgm:presLayoutVars>
          <dgm:dir/>
          <dgm:animLvl val="lvl"/>
        </dgm:presLayoutVars>
      </dgm:prSet>
      <dgm:spPr/>
    </dgm:pt>
    <dgm:pt modelId="{11D5533B-91C4-EE44-97FD-7C7682E466A2}" type="pres">
      <dgm:prSet presAssocID="{20CC7D0C-36CF-AC44-80AE-B88A8B49D3A2}" presName="divider" presStyleCnt="0"/>
      <dgm:spPr/>
    </dgm:pt>
    <dgm:pt modelId="{DE906657-A153-C448-B837-8FE09150A9B3}" type="pres">
      <dgm:prSet presAssocID="{20CC7D0C-36CF-AC44-80AE-B88A8B49D3A2}" presName="rectBar" presStyleLbl="dkBgShp" presStyleIdx="0" presStyleCnt="9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D23A7F2-ECCF-F34C-829A-BC13E8D6D6E2}" type="pres">
      <dgm:prSet presAssocID="{20CC7D0C-36CF-AC44-80AE-B88A8B49D3A2}" presName="chevronArrow" presStyleLbl="dkBgShp" presStyleIdx="1" presStyleCnt="9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AB377ABA-5323-784D-BD59-94F972B5B058}" type="pres">
      <dgm:prSet presAssocID="{20CC7D0C-36CF-AC44-80AE-B88A8B49D3A2}" presName="nodes" presStyleCnt="0">
        <dgm:presLayoutVars>
          <dgm:chMax/>
          <dgm:chPref/>
          <dgm:animLvl val="lvl"/>
        </dgm:presLayoutVars>
      </dgm:prSet>
      <dgm:spPr/>
    </dgm:pt>
    <dgm:pt modelId="{3E2C2881-6AF4-724D-AE82-1ABF439B3CDE}" type="pres">
      <dgm:prSet presAssocID="{FFF7FD2B-103E-DE43-A779-AF6EF57C72F5}" presName="composite" presStyleCnt="0"/>
      <dgm:spPr/>
    </dgm:pt>
    <dgm:pt modelId="{9CEC24B6-C89D-E942-8D9A-73349B55C755}" type="pres">
      <dgm:prSet presAssocID="{FFF7FD2B-103E-DE43-A779-AF6EF57C72F5}" presName="DropPinPlaceHolder" presStyleCnt="0"/>
      <dgm:spPr/>
    </dgm:pt>
    <dgm:pt modelId="{96673B83-4658-D740-91FB-52B6FF72A50A}" type="pres">
      <dgm:prSet presAssocID="{FFF7FD2B-103E-DE43-A779-AF6EF57C72F5}" presName="DropPin" presStyleLbl="alignNode1" presStyleIdx="0" presStyleCnt="7"/>
      <dgm:spPr/>
    </dgm:pt>
    <dgm:pt modelId="{459D9E9B-ACD2-2C4F-9CE0-0979E8C372F5}" type="pres">
      <dgm:prSet presAssocID="{FFF7FD2B-103E-DE43-A779-AF6EF57C72F5}" presName="Ellipse" presStyleLbl="fgAcc1" presStyleIdx="0" presStyleCnt="7"/>
      <dgm:spPr/>
    </dgm:pt>
    <dgm:pt modelId="{5165A7C7-DB3C-3F4F-A4C9-221FD70004B1}" type="pres">
      <dgm:prSet presAssocID="{FFF7FD2B-103E-DE43-A779-AF6EF57C72F5}" presName="L2TextContainer" presStyleLbl="revTx" presStyleIdx="0" presStyleCnt="14">
        <dgm:presLayoutVars>
          <dgm:bulletEnabled val="1"/>
        </dgm:presLayoutVars>
      </dgm:prSet>
      <dgm:spPr/>
    </dgm:pt>
    <dgm:pt modelId="{3DC20D57-9C6B-4740-93D8-DBF0745B09EC}" type="pres">
      <dgm:prSet presAssocID="{FFF7FD2B-103E-DE43-A779-AF6EF57C72F5}" presName="L1TextContainer" presStyleLbl="revTx" presStyleIdx="1" presStyleCnt="14">
        <dgm:presLayoutVars>
          <dgm:chMax val="1"/>
          <dgm:chPref val="1"/>
          <dgm:bulletEnabled val="1"/>
        </dgm:presLayoutVars>
      </dgm:prSet>
      <dgm:spPr/>
    </dgm:pt>
    <dgm:pt modelId="{1506A386-146A-2D43-9AFE-FF58A8BBF56C}" type="pres">
      <dgm:prSet presAssocID="{FFF7FD2B-103E-DE43-A779-AF6EF57C72F5}" presName="ConnectLine" presStyleLbl="dkBgShp" presStyleIdx="2" presStyleCnt="9"/>
      <dgm:spPr/>
    </dgm:pt>
    <dgm:pt modelId="{476AB14B-E630-164C-BD9E-7204930390A7}" type="pres">
      <dgm:prSet presAssocID="{FFF7FD2B-103E-DE43-A779-AF6EF57C72F5}" presName="ConnectorPoint" presStyleCnt="0"/>
      <dgm:spPr/>
    </dgm:pt>
    <dgm:pt modelId="{6B18A7B6-FC70-5649-B1CA-FB73E5C65EC7}" type="pres">
      <dgm:prSet presAssocID="{FFF7FD2B-103E-DE43-A779-AF6EF57C72F5}" presName="Bullet" presStyleLbl="lnNode1" presStyleIdx="0" presStyleCnt="7"/>
      <dgm:spPr/>
    </dgm:pt>
    <dgm:pt modelId="{1FC9D310-20AC-C94B-885D-D028F974E6D3}" type="pres">
      <dgm:prSet presAssocID="{FFF7FD2B-103E-DE43-A779-AF6EF57C72F5}" presName="EmptyPlaceHolder" presStyleCnt="0"/>
      <dgm:spPr/>
    </dgm:pt>
    <dgm:pt modelId="{BE07445B-908C-1146-815F-349380725386}" type="pres">
      <dgm:prSet presAssocID="{1DC36113-55BA-5E4A-A59A-77ABEF57655A}" presName="spaceBetweenRectangles" presStyleCnt="0"/>
      <dgm:spPr/>
    </dgm:pt>
    <dgm:pt modelId="{2D568DA9-67B5-9241-A43F-E7354E2EB4CD}" type="pres">
      <dgm:prSet presAssocID="{EAB02B7D-D298-1848-B31B-EB7BA599B7FD}" presName="composite" presStyleCnt="0"/>
      <dgm:spPr/>
    </dgm:pt>
    <dgm:pt modelId="{77666E88-9ECE-FF4C-B0B3-F64254978CD6}" type="pres">
      <dgm:prSet presAssocID="{EAB02B7D-D298-1848-B31B-EB7BA599B7FD}" presName="DropPinPlaceHolder" presStyleCnt="0"/>
      <dgm:spPr/>
    </dgm:pt>
    <dgm:pt modelId="{3C747464-5E4D-CD4F-ABE0-55D9EF8ED0EA}" type="pres">
      <dgm:prSet presAssocID="{EAB02B7D-D298-1848-B31B-EB7BA599B7FD}" presName="DropPin" presStyleLbl="alignNode1" presStyleIdx="1" presStyleCnt="7"/>
      <dgm:spPr/>
    </dgm:pt>
    <dgm:pt modelId="{2A2708EA-37D7-124A-888A-394D6FE52494}" type="pres">
      <dgm:prSet presAssocID="{EAB02B7D-D298-1848-B31B-EB7BA599B7FD}" presName="Ellipse" presStyleLbl="fgAcc1" presStyleIdx="1" presStyleCnt="7"/>
      <dgm:spPr/>
    </dgm:pt>
    <dgm:pt modelId="{AC152AB3-329E-FC4D-A41C-1C34DCFC912C}" type="pres">
      <dgm:prSet presAssocID="{EAB02B7D-D298-1848-B31B-EB7BA599B7FD}" presName="L2TextContainer" presStyleLbl="revTx" presStyleIdx="2" presStyleCnt="14">
        <dgm:presLayoutVars>
          <dgm:bulletEnabled val="1"/>
        </dgm:presLayoutVars>
      </dgm:prSet>
      <dgm:spPr/>
    </dgm:pt>
    <dgm:pt modelId="{6403A277-8D69-C14B-969F-11AB776DBAE1}" type="pres">
      <dgm:prSet presAssocID="{EAB02B7D-D298-1848-B31B-EB7BA599B7FD}" presName="L1TextContainer" presStyleLbl="revTx" presStyleIdx="3" presStyleCnt="14">
        <dgm:presLayoutVars>
          <dgm:chMax val="1"/>
          <dgm:chPref val="1"/>
          <dgm:bulletEnabled val="1"/>
        </dgm:presLayoutVars>
      </dgm:prSet>
      <dgm:spPr/>
    </dgm:pt>
    <dgm:pt modelId="{24AEA3E3-4CA4-8F4E-9FF1-34A2AF97C2C9}" type="pres">
      <dgm:prSet presAssocID="{EAB02B7D-D298-1848-B31B-EB7BA599B7FD}" presName="ConnectLine" presStyleLbl="dkBgShp" presStyleIdx="3" presStyleCnt="9"/>
      <dgm:spPr/>
    </dgm:pt>
    <dgm:pt modelId="{757BCFE4-185C-FA47-8FDB-F999EF1F3465}" type="pres">
      <dgm:prSet presAssocID="{EAB02B7D-D298-1848-B31B-EB7BA599B7FD}" presName="ConnectorPoint" presStyleCnt="0"/>
      <dgm:spPr/>
    </dgm:pt>
    <dgm:pt modelId="{99669736-ED08-7446-8D5E-236FA36E84D0}" type="pres">
      <dgm:prSet presAssocID="{EAB02B7D-D298-1848-B31B-EB7BA599B7FD}" presName="Bullet" presStyleLbl="lnNode1" presStyleIdx="1" presStyleCnt="7"/>
      <dgm:spPr/>
    </dgm:pt>
    <dgm:pt modelId="{EEAA3423-8887-1941-AB61-37F1E098611E}" type="pres">
      <dgm:prSet presAssocID="{EAB02B7D-D298-1848-B31B-EB7BA599B7FD}" presName="EmptyPlaceHolder" presStyleCnt="0"/>
      <dgm:spPr/>
    </dgm:pt>
    <dgm:pt modelId="{FFCACF7D-368F-F942-AECA-6C14ED25FA39}" type="pres">
      <dgm:prSet presAssocID="{B969CA3E-18E5-E249-8FA3-76F0BCA970FF}" presName="spaceBetweenRectangles" presStyleCnt="0"/>
      <dgm:spPr/>
    </dgm:pt>
    <dgm:pt modelId="{BA4043FB-AB7B-4A4B-8EFB-59A7BB160646}" type="pres">
      <dgm:prSet presAssocID="{1430CB74-6701-FE4C-8C42-630C7BC19A44}" presName="composite" presStyleCnt="0"/>
      <dgm:spPr/>
    </dgm:pt>
    <dgm:pt modelId="{F27E4581-0F38-D141-A199-1440CCE71E9C}" type="pres">
      <dgm:prSet presAssocID="{1430CB74-6701-FE4C-8C42-630C7BC19A44}" presName="DropPinPlaceHolder" presStyleCnt="0"/>
      <dgm:spPr/>
    </dgm:pt>
    <dgm:pt modelId="{036AAC0F-7B4F-7543-9A40-2E694B011213}" type="pres">
      <dgm:prSet presAssocID="{1430CB74-6701-FE4C-8C42-630C7BC19A44}" presName="DropPin" presStyleLbl="alignNode1" presStyleIdx="2" presStyleCnt="7"/>
      <dgm:spPr/>
    </dgm:pt>
    <dgm:pt modelId="{D1099B03-DD1B-7F43-A2A1-DE9BA9F29F45}" type="pres">
      <dgm:prSet presAssocID="{1430CB74-6701-FE4C-8C42-630C7BC19A44}" presName="Ellipse" presStyleLbl="fgAcc1" presStyleIdx="2" presStyleCnt="7"/>
      <dgm:spPr/>
    </dgm:pt>
    <dgm:pt modelId="{C1718CDE-F63D-084B-9A5F-9BF0A0879C7F}" type="pres">
      <dgm:prSet presAssocID="{1430CB74-6701-FE4C-8C42-630C7BC19A44}" presName="L2TextContainer" presStyleLbl="revTx" presStyleIdx="4" presStyleCnt="14">
        <dgm:presLayoutVars>
          <dgm:bulletEnabled val="1"/>
        </dgm:presLayoutVars>
      </dgm:prSet>
      <dgm:spPr/>
    </dgm:pt>
    <dgm:pt modelId="{F92CE055-81E5-3A4C-8DEF-2EF2E3ECFE8D}" type="pres">
      <dgm:prSet presAssocID="{1430CB74-6701-FE4C-8C42-630C7BC19A44}" presName="L1TextContainer" presStyleLbl="revTx" presStyleIdx="5" presStyleCnt="14">
        <dgm:presLayoutVars>
          <dgm:chMax val="1"/>
          <dgm:chPref val="1"/>
          <dgm:bulletEnabled val="1"/>
        </dgm:presLayoutVars>
      </dgm:prSet>
      <dgm:spPr/>
    </dgm:pt>
    <dgm:pt modelId="{84496AD9-8CE1-624F-BD69-17BA1D1C43FD}" type="pres">
      <dgm:prSet presAssocID="{1430CB74-6701-FE4C-8C42-630C7BC19A44}" presName="ConnectLine" presStyleLbl="dkBgShp" presStyleIdx="4" presStyleCnt="9"/>
      <dgm:spPr/>
    </dgm:pt>
    <dgm:pt modelId="{B51889E0-241F-9A43-A890-E37BC7F18FD1}" type="pres">
      <dgm:prSet presAssocID="{1430CB74-6701-FE4C-8C42-630C7BC19A44}" presName="ConnectorPoint" presStyleCnt="0"/>
      <dgm:spPr/>
    </dgm:pt>
    <dgm:pt modelId="{395D53D9-ED55-974A-8449-349A35C0EA0B}" type="pres">
      <dgm:prSet presAssocID="{1430CB74-6701-FE4C-8C42-630C7BC19A44}" presName="Bullet" presStyleLbl="lnNode1" presStyleIdx="2" presStyleCnt="7"/>
      <dgm:spPr/>
    </dgm:pt>
    <dgm:pt modelId="{44BF6F24-B4A2-B24A-B633-0A886B63139A}" type="pres">
      <dgm:prSet presAssocID="{1430CB74-6701-FE4C-8C42-630C7BC19A44}" presName="EmptyPlaceHolder" presStyleCnt="0"/>
      <dgm:spPr/>
    </dgm:pt>
    <dgm:pt modelId="{A22443C6-7EE1-9A47-9B49-5271350271DB}" type="pres">
      <dgm:prSet presAssocID="{16377DCF-B128-4A4D-8A56-3E1D96876F22}" presName="spaceBetweenRectangles" presStyleCnt="0"/>
      <dgm:spPr/>
    </dgm:pt>
    <dgm:pt modelId="{89C3357C-783B-0E4B-8CCE-40848E7559FC}" type="pres">
      <dgm:prSet presAssocID="{16AF69E8-EE51-644C-9572-8722DDC69D40}" presName="composite" presStyleCnt="0"/>
      <dgm:spPr/>
    </dgm:pt>
    <dgm:pt modelId="{5CA061DA-B1AF-2F40-91AA-4762B065EF09}" type="pres">
      <dgm:prSet presAssocID="{16AF69E8-EE51-644C-9572-8722DDC69D40}" presName="DropPinPlaceHolder" presStyleCnt="0"/>
      <dgm:spPr/>
    </dgm:pt>
    <dgm:pt modelId="{68C73E26-0EE9-3C4F-B929-FDB2C0DEEA7C}" type="pres">
      <dgm:prSet presAssocID="{16AF69E8-EE51-644C-9572-8722DDC69D40}" presName="DropPin" presStyleLbl="alignNode1" presStyleIdx="3" presStyleCnt="7"/>
      <dgm:spPr/>
    </dgm:pt>
    <dgm:pt modelId="{803C36A2-1050-BF42-BE97-4F76F62711A6}" type="pres">
      <dgm:prSet presAssocID="{16AF69E8-EE51-644C-9572-8722DDC69D40}" presName="Ellipse" presStyleLbl="fgAcc1" presStyleIdx="3" presStyleCnt="7"/>
      <dgm:spPr/>
    </dgm:pt>
    <dgm:pt modelId="{9C3D1FFF-B1B7-1D44-98D1-F0EAE0993E3D}" type="pres">
      <dgm:prSet presAssocID="{16AF69E8-EE51-644C-9572-8722DDC69D40}" presName="L2TextContainer" presStyleLbl="revTx" presStyleIdx="6" presStyleCnt="14">
        <dgm:presLayoutVars>
          <dgm:bulletEnabled val="1"/>
        </dgm:presLayoutVars>
      </dgm:prSet>
      <dgm:spPr/>
    </dgm:pt>
    <dgm:pt modelId="{D83E6DF7-8379-494D-A8C8-97781C166482}" type="pres">
      <dgm:prSet presAssocID="{16AF69E8-EE51-644C-9572-8722DDC69D40}" presName="L1TextContainer" presStyleLbl="revTx" presStyleIdx="7" presStyleCnt="14">
        <dgm:presLayoutVars>
          <dgm:chMax val="1"/>
          <dgm:chPref val="1"/>
          <dgm:bulletEnabled val="1"/>
        </dgm:presLayoutVars>
      </dgm:prSet>
      <dgm:spPr/>
    </dgm:pt>
    <dgm:pt modelId="{08FF3C0B-F88F-344B-831B-20896348F0F4}" type="pres">
      <dgm:prSet presAssocID="{16AF69E8-EE51-644C-9572-8722DDC69D40}" presName="ConnectLine" presStyleLbl="dkBgShp" presStyleIdx="5" presStyleCnt="9"/>
      <dgm:spPr/>
    </dgm:pt>
    <dgm:pt modelId="{ED3236DF-7558-B341-A7C8-7211D532F9AB}" type="pres">
      <dgm:prSet presAssocID="{16AF69E8-EE51-644C-9572-8722DDC69D40}" presName="ConnectorPoint" presStyleCnt="0"/>
      <dgm:spPr/>
    </dgm:pt>
    <dgm:pt modelId="{5C2F6C80-48A2-EF46-8466-4A293D969951}" type="pres">
      <dgm:prSet presAssocID="{16AF69E8-EE51-644C-9572-8722DDC69D40}" presName="Bullet" presStyleLbl="lnNode1" presStyleIdx="3" presStyleCnt="7"/>
      <dgm:spPr/>
    </dgm:pt>
    <dgm:pt modelId="{524D34EB-C322-ED42-ACD3-D7DF5CFB2EB8}" type="pres">
      <dgm:prSet presAssocID="{16AF69E8-EE51-644C-9572-8722DDC69D40}" presName="EmptyPlaceHolder" presStyleCnt="0"/>
      <dgm:spPr/>
    </dgm:pt>
    <dgm:pt modelId="{041C4FF7-287B-D348-A2E2-2F15F960935E}" type="pres">
      <dgm:prSet presAssocID="{B5F919A2-A6BD-C644-B9A9-66B7EEEFB875}" presName="spaceBetweenRectangles" presStyleCnt="0"/>
      <dgm:spPr/>
    </dgm:pt>
    <dgm:pt modelId="{7A09BAFE-9F17-3E45-A3CD-99EDB36966BD}" type="pres">
      <dgm:prSet presAssocID="{9F5B61AB-C3D3-D24A-AAE2-2CD327A3AE79}" presName="composite" presStyleCnt="0"/>
      <dgm:spPr/>
    </dgm:pt>
    <dgm:pt modelId="{44C3B9A2-DE1A-9341-823F-B1085F66089D}" type="pres">
      <dgm:prSet presAssocID="{9F5B61AB-C3D3-D24A-AAE2-2CD327A3AE79}" presName="DropPinPlaceHolder" presStyleCnt="0"/>
      <dgm:spPr/>
    </dgm:pt>
    <dgm:pt modelId="{E76705C5-D8C7-8446-895F-596A05C4F6A7}" type="pres">
      <dgm:prSet presAssocID="{9F5B61AB-C3D3-D24A-AAE2-2CD327A3AE79}" presName="DropPin" presStyleLbl="alignNode1" presStyleIdx="4" presStyleCnt="7"/>
      <dgm:spPr/>
    </dgm:pt>
    <dgm:pt modelId="{7B9ED2D8-12AC-9C4C-86C6-AC11F3094DC1}" type="pres">
      <dgm:prSet presAssocID="{9F5B61AB-C3D3-D24A-AAE2-2CD327A3AE79}" presName="Ellipse" presStyleLbl="fgAcc1" presStyleIdx="4" presStyleCnt="7"/>
      <dgm:spPr/>
    </dgm:pt>
    <dgm:pt modelId="{9A12C38C-A503-8147-AE12-4D4CAEC77596}" type="pres">
      <dgm:prSet presAssocID="{9F5B61AB-C3D3-D24A-AAE2-2CD327A3AE79}" presName="L2TextContainer" presStyleLbl="revTx" presStyleIdx="8" presStyleCnt="14">
        <dgm:presLayoutVars>
          <dgm:bulletEnabled val="1"/>
        </dgm:presLayoutVars>
      </dgm:prSet>
      <dgm:spPr/>
    </dgm:pt>
    <dgm:pt modelId="{645EC21B-D860-F34E-8EBE-34E4D5770B33}" type="pres">
      <dgm:prSet presAssocID="{9F5B61AB-C3D3-D24A-AAE2-2CD327A3AE79}" presName="L1TextContainer" presStyleLbl="revTx" presStyleIdx="9" presStyleCnt="14">
        <dgm:presLayoutVars>
          <dgm:chMax val="1"/>
          <dgm:chPref val="1"/>
          <dgm:bulletEnabled val="1"/>
        </dgm:presLayoutVars>
      </dgm:prSet>
      <dgm:spPr/>
    </dgm:pt>
    <dgm:pt modelId="{D6E4D181-4302-5348-87CF-5ACB0D6A9B31}" type="pres">
      <dgm:prSet presAssocID="{9F5B61AB-C3D3-D24A-AAE2-2CD327A3AE79}" presName="ConnectLine" presStyleLbl="dkBgShp" presStyleIdx="6" presStyleCnt="9"/>
      <dgm:spPr/>
    </dgm:pt>
    <dgm:pt modelId="{CFA2B4BB-6491-5E49-A22D-2008FF65EC42}" type="pres">
      <dgm:prSet presAssocID="{9F5B61AB-C3D3-D24A-AAE2-2CD327A3AE79}" presName="ConnectorPoint" presStyleCnt="0"/>
      <dgm:spPr/>
    </dgm:pt>
    <dgm:pt modelId="{9278DF18-8917-6947-A990-F14671223ED8}" type="pres">
      <dgm:prSet presAssocID="{9F5B61AB-C3D3-D24A-AAE2-2CD327A3AE79}" presName="Bullet" presStyleLbl="lnNode1" presStyleIdx="4" presStyleCnt="7"/>
      <dgm:spPr/>
    </dgm:pt>
    <dgm:pt modelId="{0E69F669-000C-5C49-84B8-B00F41C014AC}" type="pres">
      <dgm:prSet presAssocID="{9F5B61AB-C3D3-D24A-AAE2-2CD327A3AE79}" presName="EmptyPlaceHolder" presStyleCnt="0"/>
      <dgm:spPr/>
    </dgm:pt>
    <dgm:pt modelId="{C9E6AB10-CE28-E24A-BE32-8B32D73D84FB}" type="pres">
      <dgm:prSet presAssocID="{D4DD6089-70D3-FF42-98AB-B6132C870765}" presName="spaceBetweenRectangles" presStyleCnt="0"/>
      <dgm:spPr/>
    </dgm:pt>
    <dgm:pt modelId="{7BD58E12-BC3E-CA41-908D-EA5653126773}" type="pres">
      <dgm:prSet presAssocID="{7E5EAB39-1E6A-F343-A46D-1AE3DBCC1859}" presName="composite" presStyleCnt="0"/>
      <dgm:spPr/>
    </dgm:pt>
    <dgm:pt modelId="{751F9EB4-4E40-D24E-86D5-7592BBCA2A8F}" type="pres">
      <dgm:prSet presAssocID="{7E5EAB39-1E6A-F343-A46D-1AE3DBCC1859}" presName="DropPinPlaceHolder" presStyleCnt="0"/>
      <dgm:spPr/>
    </dgm:pt>
    <dgm:pt modelId="{26A262DA-3584-7C44-AE33-A7FBFB7C6DCB}" type="pres">
      <dgm:prSet presAssocID="{7E5EAB39-1E6A-F343-A46D-1AE3DBCC1859}" presName="DropPin" presStyleLbl="alignNode1" presStyleIdx="5" presStyleCnt="7"/>
      <dgm:spPr/>
    </dgm:pt>
    <dgm:pt modelId="{A4665BD7-C388-F74F-BA7D-78224D5EA692}" type="pres">
      <dgm:prSet presAssocID="{7E5EAB39-1E6A-F343-A46D-1AE3DBCC1859}" presName="Ellipse" presStyleLbl="fgAcc1" presStyleIdx="5" presStyleCnt="7"/>
      <dgm:spPr/>
    </dgm:pt>
    <dgm:pt modelId="{447C8757-6FC0-3443-B841-3D7E5077C9A9}" type="pres">
      <dgm:prSet presAssocID="{7E5EAB39-1E6A-F343-A46D-1AE3DBCC1859}" presName="L2TextContainer" presStyleLbl="revTx" presStyleIdx="10" presStyleCnt="14">
        <dgm:presLayoutVars>
          <dgm:bulletEnabled val="1"/>
        </dgm:presLayoutVars>
      </dgm:prSet>
      <dgm:spPr/>
    </dgm:pt>
    <dgm:pt modelId="{7587BAC8-60D1-2C4A-B965-6E92034D8560}" type="pres">
      <dgm:prSet presAssocID="{7E5EAB39-1E6A-F343-A46D-1AE3DBCC1859}" presName="L1TextContainer" presStyleLbl="revTx" presStyleIdx="11" presStyleCnt="14">
        <dgm:presLayoutVars>
          <dgm:chMax val="1"/>
          <dgm:chPref val="1"/>
          <dgm:bulletEnabled val="1"/>
        </dgm:presLayoutVars>
      </dgm:prSet>
      <dgm:spPr/>
    </dgm:pt>
    <dgm:pt modelId="{87E0C7FC-8705-AE42-B424-436DDAE67CE6}" type="pres">
      <dgm:prSet presAssocID="{7E5EAB39-1E6A-F343-A46D-1AE3DBCC1859}" presName="ConnectLine" presStyleLbl="dkBgShp" presStyleIdx="7" presStyleCnt="9"/>
      <dgm:spPr/>
    </dgm:pt>
    <dgm:pt modelId="{B454A72D-BE46-E749-AC40-FC61237BE875}" type="pres">
      <dgm:prSet presAssocID="{7E5EAB39-1E6A-F343-A46D-1AE3DBCC1859}" presName="ConnectorPoint" presStyleCnt="0"/>
      <dgm:spPr/>
    </dgm:pt>
    <dgm:pt modelId="{4999F736-5F61-CE47-BEA7-4570355F1680}" type="pres">
      <dgm:prSet presAssocID="{7E5EAB39-1E6A-F343-A46D-1AE3DBCC1859}" presName="Bullet" presStyleLbl="lnNode1" presStyleIdx="5" presStyleCnt="7"/>
      <dgm:spPr/>
    </dgm:pt>
    <dgm:pt modelId="{B074E092-4F77-114D-BD7B-67F84806D925}" type="pres">
      <dgm:prSet presAssocID="{7E5EAB39-1E6A-F343-A46D-1AE3DBCC1859}" presName="EmptyPlaceHolder" presStyleCnt="0"/>
      <dgm:spPr/>
    </dgm:pt>
    <dgm:pt modelId="{8678AE49-6D19-D04D-8C2F-67E2BCEB0EC6}" type="pres">
      <dgm:prSet presAssocID="{89FFCE5F-737D-424F-9655-40503A09EF38}" presName="spaceBetweenRectangles" presStyleCnt="0"/>
      <dgm:spPr/>
    </dgm:pt>
    <dgm:pt modelId="{986C41A3-343D-C64E-810E-0DEFCD41B00A}" type="pres">
      <dgm:prSet presAssocID="{82D4A898-9CAA-B149-B2BB-A730A647CA8E}" presName="composite" presStyleCnt="0"/>
      <dgm:spPr/>
    </dgm:pt>
    <dgm:pt modelId="{6934829D-7E7F-B649-AFB5-17776416CF02}" type="pres">
      <dgm:prSet presAssocID="{82D4A898-9CAA-B149-B2BB-A730A647CA8E}" presName="DropPinPlaceHolder" presStyleCnt="0"/>
      <dgm:spPr/>
    </dgm:pt>
    <dgm:pt modelId="{45E627B6-4F41-9E46-97A5-AAF07293F2AD}" type="pres">
      <dgm:prSet presAssocID="{82D4A898-9CAA-B149-B2BB-A730A647CA8E}" presName="DropPin" presStyleLbl="alignNode1" presStyleIdx="6" presStyleCnt="7"/>
      <dgm:spPr/>
    </dgm:pt>
    <dgm:pt modelId="{0CE8FDAC-44F7-B94D-806C-8BF9296D7D3D}" type="pres">
      <dgm:prSet presAssocID="{82D4A898-9CAA-B149-B2BB-A730A647CA8E}" presName="Ellipse" presStyleLbl="fgAcc1" presStyleIdx="6" presStyleCnt="7"/>
      <dgm:spPr/>
    </dgm:pt>
    <dgm:pt modelId="{32648804-1460-9544-BF08-180F4E85563E}" type="pres">
      <dgm:prSet presAssocID="{82D4A898-9CAA-B149-B2BB-A730A647CA8E}" presName="L2TextContainer" presStyleLbl="revTx" presStyleIdx="12" presStyleCnt="14">
        <dgm:presLayoutVars>
          <dgm:bulletEnabled val="1"/>
        </dgm:presLayoutVars>
      </dgm:prSet>
      <dgm:spPr/>
    </dgm:pt>
    <dgm:pt modelId="{131792EB-4F35-6A4C-8ED9-49470C759502}" type="pres">
      <dgm:prSet presAssocID="{82D4A898-9CAA-B149-B2BB-A730A647CA8E}" presName="L1TextContainer" presStyleLbl="revTx" presStyleIdx="13" presStyleCnt="14">
        <dgm:presLayoutVars>
          <dgm:chMax val="1"/>
          <dgm:chPref val="1"/>
          <dgm:bulletEnabled val="1"/>
        </dgm:presLayoutVars>
      </dgm:prSet>
      <dgm:spPr/>
    </dgm:pt>
    <dgm:pt modelId="{5A79F3CA-4449-2948-9F33-F1DD7F8549AB}" type="pres">
      <dgm:prSet presAssocID="{82D4A898-9CAA-B149-B2BB-A730A647CA8E}" presName="ConnectLine" presStyleLbl="dkBgShp" presStyleIdx="8" presStyleCnt="9"/>
      <dgm:spPr/>
    </dgm:pt>
    <dgm:pt modelId="{3CC77CBB-30CE-1B4C-9424-7E084D76B11F}" type="pres">
      <dgm:prSet presAssocID="{82D4A898-9CAA-B149-B2BB-A730A647CA8E}" presName="ConnectorPoint" presStyleCnt="0"/>
      <dgm:spPr/>
    </dgm:pt>
    <dgm:pt modelId="{B51B899D-BE20-8047-8AAF-9B7227856E6B}" type="pres">
      <dgm:prSet presAssocID="{82D4A898-9CAA-B149-B2BB-A730A647CA8E}" presName="Bullet" presStyleLbl="lnNode1" presStyleIdx="6" presStyleCnt="7"/>
      <dgm:spPr/>
    </dgm:pt>
    <dgm:pt modelId="{587A9E2E-3460-C64C-A7D0-3B4AFEDA2823}" type="pres">
      <dgm:prSet presAssocID="{82D4A898-9CAA-B149-B2BB-A730A647CA8E}" presName="EmptyPlaceHolder" presStyleCnt="0"/>
      <dgm:spPr/>
    </dgm:pt>
  </dgm:ptLst>
  <dgm:cxnLst>
    <dgm:cxn modelId="{DF187720-01C5-D742-91BB-2BC82C5097E8}" type="presOf" srcId="{EAB02B7D-D298-1848-B31B-EB7BA599B7FD}" destId="{6403A277-8D69-C14B-969F-11AB776DBAE1}" srcOrd="0" destOrd="0" presId="urn:microsoft.com/office/officeart/2024/layout/BulletTimelineInverted"/>
    <dgm:cxn modelId="{C5C47C29-73E1-2843-846B-8E2847C83D47}" type="presOf" srcId="{1430CB74-6701-FE4C-8C42-630C7BC19A44}" destId="{F92CE055-81E5-3A4C-8DEF-2EF2E3ECFE8D}" srcOrd="0" destOrd="0" presId="urn:microsoft.com/office/officeart/2024/layout/BulletTimelineInverted"/>
    <dgm:cxn modelId="{B75CA329-6D31-3946-849E-F2C4A8D15A9F}" srcId="{20CC7D0C-36CF-AC44-80AE-B88A8B49D3A2}" destId="{9F5B61AB-C3D3-D24A-AAE2-2CD327A3AE79}" srcOrd="4" destOrd="0" parTransId="{093C4377-81FE-B54B-834E-631671257C1B}" sibTransId="{D4DD6089-70D3-FF42-98AB-B6132C870765}"/>
    <dgm:cxn modelId="{3D6BC82A-A229-B74C-B3FB-FF864DEB46AB}" srcId="{B658C946-746E-624A-8450-1EB98D9BCF56}" destId="{347CA8A2-8C17-7241-A298-D570E141F13D}" srcOrd="0" destOrd="0" parTransId="{1C86A8F8-B8CB-1046-A97F-7B66AB1AC85B}" sibTransId="{C44CE05E-4B28-EB4A-955C-0C131BB9A96F}"/>
    <dgm:cxn modelId="{1DDA182B-0409-5542-AE0A-471B63D5A1EB}" type="presOf" srcId="{E36D493A-4D9B-7344-80EC-FB5F8AE21FB7}" destId="{5165A7C7-DB3C-3F4F-A4C9-221FD70004B1}" srcOrd="0" destOrd="0" presId="urn:microsoft.com/office/officeart/2024/layout/BulletTimelineInverted"/>
    <dgm:cxn modelId="{25C1A730-FBCC-5A46-A6C2-BA8408D4A43B}" srcId="{82D4A898-9CAA-B149-B2BB-A730A647CA8E}" destId="{B658C946-746E-624A-8450-1EB98D9BCF56}" srcOrd="0" destOrd="0" parTransId="{37E1DFB6-CA86-F34E-9FBF-BAAE913E88C7}" sibTransId="{DA476B9B-5865-6042-B38E-BC4137D4B6AA}"/>
    <dgm:cxn modelId="{CF25B633-5ABE-5B4E-9E40-4F39155F80CB}" type="presOf" srcId="{B658C946-746E-624A-8450-1EB98D9BCF56}" destId="{32648804-1460-9544-BF08-180F4E85563E}" srcOrd="0" destOrd="0" presId="urn:microsoft.com/office/officeart/2024/layout/BulletTimelineInverted"/>
    <dgm:cxn modelId="{88B7BF34-ACA4-054F-B25E-C1CA735BDDA5}" type="presOf" srcId="{7E5EAB39-1E6A-F343-A46D-1AE3DBCC1859}" destId="{7587BAC8-60D1-2C4A-B965-6E92034D8560}" srcOrd="0" destOrd="0" presId="urn:microsoft.com/office/officeart/2024/layout/BulletTimelineInverted"/>
    <dgm:cxn modelId="{915EC334-AED6-914A-BDC0-EF411EF53339}" srcId="{20CC7D0C-36CF-AC44-80AE-B88A8B49D3A2}" destId="{16AF69E8-EE51-644C-9572-8722DDC69D40}" srcOrd="3" destOrd="0" parTransId="{1C0DDC79-D5D4-8C4B-A920-EDFFA181D32F}" sibTransId="{B5F919A2-A6BD-C644-B9A9-66B7EEEFB875}"/>
    <dgm:cxn modelId="{85073A3B-9B98-3C4C-90BE-4A56DC1AE9D3}" type="presOf" srcId="{0B76E85D-4995-7445-A242-A4889E688D70}" destId="{C1718CDE-F63D-084B-9A5F-9BF0A0879C7F}" srcOrd="0" destOrd="0" presId="urn:microsoft.com/office/officeart/2024/layout/BulletTimelineInverted"/>
    <dgm:cxn modelId="{253D5C49-714F-634D-BEB9-A7CCA5FA917D}" srcId="{20CC7D0C-36CF-AC44-80AE-B88A8B49D3A2}" destId="{EAB02B7D-D298-1848-B31B-EB7BA599B7FD}" srcOrd="1" destOrd="0" parTransId="{D960491F-A3B9-674C-9014-14026908175D}" sibTransId="{B969CA3E-18E5-E249-8FA3-76F0BCA970FF}"/>
    <dgm:cxn modelId="{647E9249-1258-B242-9FE2-22A0BF4660BD}" srcId="{B658C946-746E-624A-8450-1EB98D9BCF56}" destId="{A2BC832A-C050-614F-9907-89F6D9C7ED61}" srcOrd="1" destOrd="0" parTransId="{670178F3-BC97-2B43-9230-B32E6751E349}" sibTransId="{27DA6F4D-9272-F84F-9209-CFA7F7C563EA}"/>
    <dgm:cxn modelId="{D1D1D74B-50E6-C845-A1D2-C7837C5F45A9}" type="presOf" srcId="{16AF69E8-EE51-644C-9572-8722DDC69D40}" destId="{D83E6DF7-8379-494D-A8C8-97781C166482}" srcOrd="0" destOrd="0" presId="urn:microsoft.com/office/officeart/2024/layout/BulletTimelineInverted"/>
    <dgm:cxn modelId="{C603AC4C-AC35-6443-91FC-B7D7D38E0C9B}" srcId="{FFF7FD2B-103E-DE43-A779-AF6EF57C72F5}" destId="{E36D493A-4D9B-7344-80EC-FB5F8AE21FB7}" srcOrd="0" destOrd="0" parTransId="{F1B65C9D-003B-6747-A8AA-9FFC4351EB97}" sibTransId="{38F011F1-6B6B-BC46-9756-E37ACFE983AC}"/>
    <dgm:cxn modelId="{CE60AF52-A0A2-3044-A364-4878235FFDB0}" type="presOf" srcId="{9F5B61AB-C3D3-D24A-AAE2-2CD327A3AE79}" destId="{645EC21B-D860-F34E-8EBE-34E4D5770B33}" srcOrd="0" destOrd="0" presId="urn:microsoft.com/office/officeart/2024/layout/BulletTimelineInverted"/>
    <dgm:cxn modelId="{FF156B58-EFD7-0248-A73B-76C65125B3F9}" srcId="{16AF69E8-EE51-644C-9572-8722DDC69D40}" destId="{EB4E3E2D-0779-9441-9937-05B5474EC857}" srcOrd="0" destOrd="0" parTransId="{B490C7EE-CD48-A547-9C93-EAB4386395F7}" sibTransId="{1E52E8D7-C87B-FB42-9708-E04718AD7245}"/>
    <dgm:cxn modelId="{94409C59-C958-3E47-9952-67B7D78B5C35}" srcId="{20CC7D0C-36CF-AC44-80AE-B88A8B49D3A2}" destId="{82D4A898-9CAA-B149-B2BB-A730A647CA8E}" srcOrd="6" destOrd="0" parTransId="{4F6B7870-5F45-1A47-B782-1A4F2645247B}" sibTransId="{CE4D49C1-118C-6D49-B8AD-3C06F8399E12}"/>
    <dgm:cxn modelId="{21C9FA5D-67BA-AE40-92E9-5C41426811A7}" type="presOf" srcId="{FFF7FD2B-103E-DE43-A779-AF6EF57C72F5}" destId="{3DC20D57-9C6B-4740-93D8-DBF0745B09EC}" srcOrd="0" destOrd="0" presId="urn:microsoft.com/office/officeart/2024/layout/BulletTimelineInverted"/>
    <dgm:cxn modelId="{B8D90965-060F-9143-8A5F-4A1F61B4F2B4}" type="presOf" srcId="{A2BC832A-C050-614F-9907-89F6D9C7ED61}" destId="{32648804-1460-9544-BF08-180F4E85563E}" srcOrd="0" destOrd="2" presId="urn:microsoft.com/office/officeart/2024/layout/BulletTimelineInverted"/>
    <dgm:cxn modelId="{29E44B72-B209-A94E-B30E-E4553C387719}" type="presOf" srcId="{C197AF01-E852-C94D-B600-D7315894FE0F}" destId="{447C8757-6FC0-3443-B841-3D7E5077C9A9}" srcOrd="0" destOrd="0" presId="urn:microsoft.com/office/officeart/2024/layout/BulletTimelineInverted"/>
    <dgm:cxn modelId="{EDB50E8C-8445-C34B-BE1C-332A0649EAE9}" srcId="{EAB02B7D-D298-1848-B31B-EB7BA599B7FD}" destId="{C00CDEC4-DC2A-FA49-B84D-6EE7195FE674}" srcOrd="0" destOrd="0" parTransId="{F7D888A1-CF70-A842-9A7E-4CC94FA0B139}" sibTransId="{040838F8-172B-CB49-BE2E-E7DC4D0C6440}"/>
    <dgm:cxn modelId="{45563F8D-1201-CB4F-B6A7-882F35FEBBF9}" type="presOf" srcId="{C00CDEC4-DC2A-FA49-B84D-6EE7195FE674}" destId="{AC152AB3-329E-FC4D-A41C-1C34DCFC912C}" srcOrd="0" destOrd="0" presId="urn:microsoft.com/office/officeart/2024/layout/BulletTimelineInverted"/>
    <dgm:cxn modelId="{0327E09B-6829-3443-AA52-5D24E35DF0ED}" type="presOf" srcId="{82D4A898-9CAA-B149-B2BB-A730A647CA8E}" destId="{131792EB-4F35-6A4C-8ED9-49470C759502}" srcOrd="0" destOrd="0" presId="urn:microsoft.com/office/officeart/2024/layout/BulletTimelineInverted"/>
    <dgm:cxn modelId="{3D43809E-A78E-A94C-B662-7C554BE82F20}" srcId="{7E5EAB39-1E6A-F343-A46D-1AE3DBCC1859}" destId="{C197AF01-E852-C94D-B600-D7315894FE0F}" srcOrd="0" destOrd="0" parTransId="{43422022-3277-A541-9F86-AA14FC61BF8E}" sibTransId="{3EB39560-CC6D-1145-8FC4-0FA84E9224AB}"/>
    <dgm:cxn modelId="{EC24E2A1-03CA-0546-B84F-5B13A89D3276}" type="presOf" srcId="{20CC7D0C-36CF-AC44-80AE-B88A8B49D3A2}" destId="{E669F94F-7878-924C-AA61-42C4961033B3}" srcOrd="0" destOrd="0" presId="urn:microsoft.com/office/officeart/2024/layout/BulletTimelineInverted"/>
    <dgm:cxn modelId="{9BBA5BAC-A1BE-E942-8E37-E7AB75B186EE}" srcId="{1430CB74-6701-FE4C-8C42-630C7BC19A44}" destId="{0B76E85D-4995-7445-A242-A4889E688D70}" srcOrd="0" destOrd="0" parTransId="{E96B2378-50CC-FD4C-B75D-58F801E85DB7}" sibTransId="{81A6B845-29F4-5442-A250-964F53F5CA2D}"/>
    <dgm:cxn modelId="{2C2B91C8-38C7-5F41-BFC8-DD9996B0BA92}" type="presOf" srcId="{C9E0AED0-03D4-0342-8543-9759A1CEF1C5}" destId="{9A12C38C-A503-8147-AE12-4D4CAEC77596}" srcOrd="0" destOrd="0" presId="urn:microsoft.com/office/officeart/2024/layout/BulletTimelineInverted"/>
    <dgm:cxn modelId="{9B0D2BCE-A898-3B46-9DEC-B8FCB634120E}" srcId="{20CC7D0C-36CF-AC44-80AE-B88A8B49D3A2}" destId="{7E5EAB39-1E6A-F343-A46D-1AE3DBCC1859}" srcOrd="5" destOrd="0" parTransId="{179E79B5-67F2-284D-A913-441FDBF8CBB1}" sibTransId="{89FFCE5F-737D-424F-9655-40503A09EF38}"/>
    <dgm:cxn modelId="{D197DDCE-94BA-9F48-87E7-EAA34E85AF6C}" srcId="{20CC7D0C-36CF-AC44-80AE-B88A8B49D3A2}" destId="{FFF7FD2B-103E-DE43-A779-AF6EF57C72F5}" srcOrd="0" destOrd="0" parTransId="{0A8B07EA-DE23-5F42-BDFE-965309A30CA9}" sibTransId="{1DC36113-55BA-5E4A-A59A-77ABEF57655A}"/>
    <dgm:cxn modelId="{A26CEBD2-7297-8247-AD77-FB12C22D18C4}" type="presOf" srcId="{347CA8A2-8C17-7241-A298-D570E141F13D}" destId="{32648804-1460-9544-BF08-180F4E85563E}" srcOrd="0" destOrd="1" presId="urn:microsoft.com/office/officeart/2024/layout/BulletTimelineInverted"/>
    <dgm:cxn modelId="{AC7527D5-9AAD-FF4A-AA9C-9894F1C79F62}" type="presOf" srcId="{EB4E3E2D-0779-9441-9937-05B5474EC857}" destId="{9C3D1FFF-B1B7-1D44-98D1-F0EAE0993E3D}" srcOrd="0" destOrd="0" presId="urn:microsoft.com/office/officeart/2024/layout/BulletTimelineInverted"/>
    <dgm:cxn modelId="{DBAB0BE6-4F6D-BD4B-BA97-8FE43120BFC9}" srcId="{9F5B61AB-C3D3-D24A-AAE2-2CD327A3AE79}" destId="{C9E0AED0-03D4-0342-8543-9759A1CEF1C5}" srcOrd="0" destOrd="0" parTransId="{8193FF42-9D45-BE47-A38C-9DAAF9DD56BA}" sibTransId="{BC2FA3F4-F94E-684D-BC34-CA9ED516B7CD}"/>
    <dgm:cxn modelId="{A15AC9EC-2C6C-0840-8764-33EB958C4ED8}" srcId="{20CC7D0C-36CF-AC44-80AE-B88A8B49D3A2}" destId="{1430CB74-6701-FE4C-8C42-630C7BC19A44}" srcOrd="2" destOrd="0" parTransId="{2455CB09-75BF-3847-88B2-CBADAC452D26}" sibTransId="{16377DCF-B128-4A4D-8A56-3E1D96876F22}"/>
    <dgm:cxn modelId="{984F084A-1AC4-9F40-9EBC-FCB40E814B61}" type="presParOf" srcId="{E669F94F-7878-924C-AA61-42C4961033B3}" destId="{11D5533B-91C4-EE44-97FD-7C7682E466A2}" srcOrd="0" destOrd="0" presId="urn:microsoft.com/office/officeart/2024/layout/BulletTimelineInverted"/>
    <dgm:cxn modelId="{D96D0E68-F52C-D145-97A3-CEA99DC4528C}" type="presParOf" srcId="{11D5533B-91C4-EE44-97FD-7C7682E466A2}" destId="{DE906657-A153-C448-B837-8FE09150A9B3}" srcOrd="0" destOrd="0" presId="urn:microsoft.com/office/officeart/2024/layout/BulletTimelineInverted"/>
    <dgm:cxn modelId="{BAB040D6-9B6C-5946-BFE6-C0F52EB9F75C}" type="presParOf" srcId="{11D5533B-91C4-EE44-97FD-7C7682E466A2}" destId="{5D23A7F2-ECCF-F34C-829A-BC13E8D6D6E2}" srcOrd="1" destOrd="0" presId="urn:microsoft.com/office/officeart/2024/layout/BulletTimelineInverted"/>
    <dgm:cxn modelId="{242D621C-C7DA-774A-9708-7598A8CD5966}" type="presParOf" srcId="{E669F94F-7878-924C-AA61-42C4961033B3}" destId="{AB377ABA-5323-784D-BD59-94F972B5B058}" srcOrd="1" destOrd="0" presId="urn:microsoft.com/office/officeart/2024/layout/BulletTimelineInverted"/>
    <dgm:cxn modelId="{8BB6FACA-EF89-A14C-ADDD-1C287AABB92A}" type="presParOf" srcId="{AB377ABA-5323-784D-BD59-94F972B5B058}" destId="{3E2C2881-6AF4-724D-AE82-1ABF439B3CDE}" srcOrd="0" destOrd="0" presId="urn:microsoft.com/office/officeart/2024/layout/BulletTimelineInverted"/>
    <dgm:cxn modelId="{64008195-E43D-E04A-8FF1-2F140A507A12}" type="presParOf" srcId="{3E2C2881-6AF4-724D-AE82-1ABF439B3CDE}" destId="{9CEC24B6-C89D-E942-8D9A-73349B55C755}" srcOrd="0" destOrd="0" presId="urn:microsoft.com/office/officeart/2024/layout/BulletTimelineInverted"/>
    <dgm:cxn modelId="{60D10D26-45CF-4D4F-BA21-435B6835C2E0}" type="presParOf" srcId="{9CEC24B6-C89D-E942-8D9A-73349B55C755}" destId="{96673B83-4658-D740-91FB-52B6FF72A50A}" srcOrd="0" destOrd="0" presId="urn:microsoft.com/office/officeart/2024/layout/BulletTimelineInverted"/>
    <dgm:cxn modelId="{BF061DAF-189E-874A-A35A-979743ADB6AE}" type="presParOf" srcId="{9CEC24B6-C89D-E942-8D9A-73349B55C755}" destId="{459D9E9B-ACD2-2C4F-9CE0-0979E8C372F5}" srcOrd="1" destOrd="0" presId="urn:microsoft.com/office/officeart/2024/layout/BulletTimelineInverted"/>
    <dgm:cxn modelId="{F400EFFF-97C1-5A43-9E14-65077D25E604}" type="presParOf" srcId="{3E2C2881-6AF4-724D-AE82-1ABF439B3CDE}" destId="{5165A7C7-DB3C-3F4F-A4C9-221FD70004B1}" srcOrd="1" destOrd="0" presId="urn:microsoft.com/office/officeart/2024/layout/BulletTimelineInverted"/>
    <dgm:cxn modelId="{E63287F4-07D2-5744-A706-DBB4990DD62C}" type="presParOf" srcId="{3E2C2881-6AF4-724D-AE82-1ABF439B3CDE}" destId="{3DC20D57-9C6B-4740-93D8-DBF0745B09EC}" srcOrd="2" destOrd="0" presId="urn:microsoft.com/office/officeart/2024/layout/BulletTimelineInverted"/>
    <dgm:cxn modelId="{DE1427A6-707F-9C4F-A4E8-24E79008AA13}" type="presParOf" srcId="{3E2C2881-6AF4-724D-AE82-1ABF439B3CDE}" destId="{1506A386-146A-2D43-9AFE-FF58A8BBF56C}" srcOrd="3" destOrd="0" presId="urn:microsoft.com/office/officeart/2024/layout/BulletTimelineInverted"/>
    <dgm:cxn modelId="{9C0A3019-B2CA-0D42-8596-1EAC2AC7DA8F}" type="presParOf" srcId="{3E2C2881-6AF4-724D-AE82-1ABF439B3CDE}" destId="{476AB14B-E630-164C-BD9E-7204930390A7}" srcOrd="4" destOrd="0" presId="urn:microsoft.com/office/officeart/2024/layout/BulletTimelineInverted"/>
    <dgm:cxn modelId="{7CAF04A1-EC92-6940-8E1E-B6344C9479B7}" type="presParOf" srcId="{476AB14B-E630-164C-BD9E-7204930390A7}" destId="{6B18A7B6-FC70-5649-B1CA-FB73E5C65EC7}" srcOrd="0" destOrd="0" presId="urn:microsoft.com/office/officeart/2024/layout/BulletTimelineInverted"/>
    <dgm:cxn modelId="{153D5ACC-5749-1440-A345-DAB37A98F9E8}" type="presParOf" srcId="{3E2C2881-6AF4-724D-AE82-1ABF439B3CDE}" destId="{1FC9D310-20AC-C94B-885D-D028F974E6D3}" srcOrd="5" destOrd="0" presId="urn:microsoft.com/office/officeart/2024/layout/BulletTimelineInverted"/>
    <dgm:cxn modelId="{A6F924CF-4C4E-C441-9CC5-5DF7FD7C5784}" type="presParOf" srcId="{AB377ABA-5323-784D-BD59-94F972B5B058}" destId="{BE07445B-908C-1146-815F-349380725386}" srcOrd="1" destOrd="0" presId="urn:microsoft.com/office/officeart/2024/layout/BulletTimelineInverted"/>
    <dgm:cxn modelId="{EEF7B672-632B-4347-B48D-0A1A18B801F2}" type="presParOf" srcId="{AB377ABA-5323-784D-BD59-94F972B5B058}" destId="{2D568DA9-67B5-9241-A43F-E7354E2EB4CD}" srcOrd="2" destOrd="0" presId="urn:microsoft.com/office/officeart/2024/layout/BulletTimelineInverted"/>
    <dgm:cxn modelId="{C07A006B-811D-734D-B10A-6F42817E11E3}" type="presParOf" srcId="{2D568DA9-67B5-9241-A43F-E7354E2EB4CD}" destId="{77666E88-9ECE-FF4C-B0B3-F64254978CD6}" srcOrd="0" destOrd="0" presId="urn:microsoft.com/office/officeart/2024/layout/BulletTimelineInverted"/>
    <dgm:cxn modelId="{7A52FAC2-D821-EB4B-B5EF-A5A5B1D05237}" type="presParOf" srcId="{77666E88-9ECE-FF4C-B0B3-F64254978CD6}" destId="{3C747464-5E4D-CD4F-ABE0-55D9EF8ED0EA}" srcOrd="0" destOrd="0" presId="urn:microsoft.com/office/officeart/2024/layout/BulletTimelineInverted"/>
    <dgm:cxn modelId="{96792C25-AE76-0649-9234-8EBE9683AD58}" type="presParOf" srcId="{77666E88-9ECE-FF4C-B0B3-F64254978CD6}" destId="{2A2708EA-37D7-124A-888A-394D6FE52494}" srcOrd="1" destOrd="0" presId="urn:microsoft.com/office/officeart/2024/layout/BulletTimelineInverted"/>
    <dgm:cxn modelId="{EAE94717-7B5F-614F-9F5B-0981E9279DA7}" type="presParOf" srcId="{2D568DA9-67B5-9241-A43F-E7354E2EB4CD}" destId="{AC152AB3-329E-FC4D-A41C-1C34DCFC912C}" srcOrd="1" destOrd="0" presId="urn:microsoft.com/office/officeart/2024/layout/BulletTimelineInverted"/>
    <dgm:cxn modelId="{1DAD336F-7336-D140-8B41-132BE78FCCDC}" type="presParOf" srcId="{2D568DA9-67B5-9241-A43F-E7354E2EB4CD}" destId="{6403A277-8D69-C14B-969F-11AB776DBAE1}" srcOrd="2" destOrd="0" presId="urn:microsoft.com/office/officeart/2024/layout/BulletTimelineInverted"/>
    <dgm:cxn modelId="{E025EFDB-EF86-2742-980A-9E981A1A1582}" type="presParOf" srcId="{2D568DA9-67B5-9241-A43F-E7354E2EB4CD}" destId="{24AEA3E3-4CA4-8F4E-9FF1-34A2AF97C2C9}" srcOrd="3" destOrd="0" presId="urn:microsoft.com/office/officeart/2024/layout/BulletTimelineInverted"/>
    <dgm:cxn modelId="{592C5F0E-1FA8-5B45-B1B6-3603C04AEF3F}" type="presParOf" srcId="{2D568DA9-67B5-9241-A43F-E7354E2EB4CD}" destId="{757BCFE4-185C-FA47-8FDB-F999EF1F3465}" srcOrd="4" destOrd="0" presId="urn:microsoft.com/office/officeart/2024/layout/BulletTimelineInverted"/>
    <dgm:cxn modelId="{41C6B04C-74CF-8344-AC49-3B3ADD044C83}" type="presParOf" srcId="{757BCFE4-185C-FA47-8FDB-F999EF1F3465}" destId="{99669736-ED08-7446-8D5E-236FA36E84D0}" srcOrd="0" destOrd="0" presId="urn:microsoft.com/office/officeart/2024/layout/BulletTimelineInverted"/>
    <dgm:cxn modelId="{E9DEE682-82A7-584E-8B80-7A6964CDE658}" type="presParOf" srcId="{2D568DA9-67B5-9241-A43F-E7354E2EB4CD}" destId="{EEAA3423-8887-1941-AB61-37F1E098611E}" srcOrd="5" destOrd="0" presId="urn:microsoft.com/office/officeart/2024/layout/BulletTimelineInverted"/>
    <dgm:cxn modelId="{40600FE7-E99C-F94B-84E9-6D4CDB5854D5}" type="presParOf" srcId="{AB377ABA-5323-784D-BD59-94F972B5B058}" destId="{FFCACF7D-368F-F942-AECA-6C14ED25FA39}" srcOrd="3" destOrd="0" presId="urn:microsoft.com/office/officeart/2024/layout/BulletTimelineInverted"/>
    <dgm:cxn modelId="{58283CD6-C33B-234E-A870-C657E011F644}" type="presParOf" srcId="{AB377ABA-5323-784D-BD59-94F972B5B058}" destId="{BA4043FB-AB7B-4A4B-8EFB-59A7BB160646}" srcOrd="4" destOrd="0" presId="urn:microsoft.com/office/officeart/2024/layout/BulletTimelineInverted"/>
    <dgm:cxn modelId="{F2A26F0C-F1A2-064E-B08D-685ACF1DF4CB}" type="presParOf" srcId="{BA4043FB-AB7B-4A4B-8EFB-59A7BB160646}" destId="{F27E4581-0F38-D141-A199-1440CCE71E9C}" srcOrd="0" destOrd="0" presId="urn:microsoft.com/office/officeart/2024/layout/BulletTimelineInverted"/>
    <dgm:cxn modelId="{D250A7CE-4025-7346-9280-8A6D271C5949}" type="presParOf" srcId="{F27E4581-0F38-D141-A199-1440CCE71E9C}" destId="{036AAC0F-7B4F-7543-9A40-2E694B011213}" srcOrd="0" destOrd="0" presId="urn:microsoft.com/office/officeart/2024/layout/BulletTimelineInverted"/>
    <dgm:cxn modelId="{ECDFB6E5-D895-C04F-A8D5-A8FD35EAF9F5}" type="presParOf" srcId="{F27E4581-0F38-D141-A199-1440CCE71E9C}" destId="{D1099B03-DD1B-7F43-A2A1-DE9BA9F29F45}" srcOrd="1" destOrd="0" presId="urn:microsoft.com/office/officeart/2024/layout/BulletTimelineInverted"/>
    <dgm:cxn modelId="{17B918E0-8FA8-6E4F-8F80-B0590FA1FF7D}" type="presParOf" srcId="{BA4043FB-AB7B-4A4B-8EFB-59A7BB160646}" destId="{C1718CDE-F63D-084B-9A5F-9BF0A0879C7F}" srcOrd="1" destOrd="0" presId="urn:microsoft.com/office/officeart/2024/layout/BulletTimelineInverted"/>
    <dgm:cxn modelId="{93F7ED24-C254-8B40-9535-5BE541E1DB0D}" type="presParOf" srcId="{BA4043FB-AB7B-4A4B-8EFB-59A7BB160646}" destId="{F92CE055-81E5-3A4C-8DEF-2EF2E3ECFE8D}" srcOrd="2" destOrd="0" presId="urn:microsoft.com/office/officeart/2024/layout/BulletTimelineInverted"/>
    <dgm:cxn modelId="{1A9016EE-7782-4E4A-B425-A789F261C176}" type="presParOf" srcId="{BA4043FB-AB7B-4A4B-8EFB-59A7BB160646}" destId="{84496AD9-8CE1-624F-BD69-17BA1D1C43FD}" srcOrd="3" destOrd="0" presId="urn:microsoft.com/office/officeart/2024/layout/BulletTimelineInverted"/>
    <dgm:cxn modelId="{26636481-F71D-2A4D-9973-CC34228E86A3}" type="presParOf" srcId="{BA4043FB-AB7B-4A4B-8EFB-59A7BB160646}" destId="{B51889E0-241F-9A43-A890-E37BC7F18FD1}" srcOrd="4" destOrd="0" presId="urn:microsoft.com/office/officeart/2024/layout/BulletTimelineInverted"/>
    <dgm:cxn modelId="{D51A8912-B842-3E4B-95F7-914F0AD1CECF}" type="presParOf" srcId="{B51889E0-241F-9A43-A890-E37BC7F18FD1}" destId="{395D53D9-ED55-974A-8449-349A35C0EA0B}" srcOrd="0" destOrd="0" presId="urn:microsoft.com/office/officeart/2024/layout/BulletTimelineInverted"/>
    <dgm:cxn modelId="{C18566E9-0DD1-BA43-8E4B-6F495915FE61}" type="presParOf" srcId="{BA4043FB-AB7B-4A4B-8EFB-59A7BB160646}" destId="{44BF6F24-B4A2-B24A-B633-0A886B63139A}" srcOrd="5" destOrd="0" presId="urn:microsoft.com/office/officeart/2024/layout/BulletTimelineInverted"/>
    <dgm:cxn modelId="{F9336B5B-4072-7D40-B725-A6EE790B232A}" type="presParOf" srcId="{AB377ABA-5323-784D-BD59-94F972B5B058}" destId="{A22443C6-7EE1-9A47-9B49-5271350271DB}" srcOrd="5" destOrd="0" presId="urn:microsoft.com/office/officeart/2024/layout/BulletTimelineInverted"/>
    <dgm:cxn modelId="{5AAEA38A-70E2-CA47-92C6-09DDAF833E9F}" type="presParOf" srcId="{AB377ABA-5323-784D-BD59-94F972B5B058}" destId="{89C3357C-783B-0E4B-8CCE-40848E7559FC}" srcOrd="6" destOrd="0" presId="urn:microsoft.com/office/officeart/2024/layout/BulletTimelineInverted"/>
    <dgm:cxn modelId="{0531FF07-85FE-AF4B-9545-A832542C0225}" type="presParOf" srcId="{89C3357C-783B-0E4B-8CCE-40848E7559FC}" destId="{5CA061DA-B1AF-2F40-91AA-4762B065EF09}" srcOrd="0" destOrd="0" presId="urn:microsoft.com/office/officeart/2024/layout/BulletTimelineInverted"/>
    <dgm:cxn modelId="{4A92FE97-71FC-924D-89D7-78280FAC4215}" type="presParOf" srcId="{5CA061DA-B1AF-2F40-91AA-4762B065EF09}" destId="{68C73E26-0EE9-3C4F-B929-FDB2C0DEEA7C}" srcOrd="0" destOrd="0" presId="urn:microsoft.com/office/officeart/2024/layout/BulletTimelineInverted"/>
    <dgm:cxn modelId="{05FEC05C-6754-0A4B-984D-C4C0AC5845FF}" type="presParOf" srcId="{5CA061DA-B1AF-2F40-91AA-4762B065EF09}" destId="{803C36A2-1050-BF42-BE97-4F76F62711A6}" srcOrd="1" destOrd="0" presId="urn:microsoft.com/office/officeart/2024/layout/BulletTimelineInverted"/>
    <dgm:cxn modelId="{34A481FC-B9E2-3A42-BABF-6953BAFB0E06}" type="presParOf" srcId="{89C3357C-783B-0E4B-8CCE-40848E7559FC}" destId="{9C3D1FFF-B1B7-1D44-98D1-F0EAE0993E3D}" srcOrd="1" destOrd="0" presId="urn:microsoft.com/office/officeart/2024/layout/BulletTimelineInverted"/>
    <dgm:cxn modelId="{0A31804C-EC22-2841-8E41-C84DBBA2DB6F}" type="presParOf" srcId="{89C3357C-783B-0E4B-8CCE-40848E7559FC}" destId="{D83E6DF7-8379-494D-A8C8-97781C166482}" srcOrd="2" destOrd="0" presId="urn:microsoft.com/office/officeart/2024/layout/BulletTimelineInverted"/>
    <dgm:cxn modelId="{862DD8E6-775D-F24C-B168-ACD3A8C3F26A}" type="presParOf" srcId="{89C3357C-783B-0E4B-8CCE-40848E7559FC}" destId="{08FF3C0B-F88F-344B-831B-20896348F0F4}" srcOrd="3" destOrd="0" presId="urn:microsoft.com/office/officeart/2024/layout/BulletTimelineInverted"/>
    <dgm:cxn modelId="{A47F316A-A12B-CA47-8519-90BFB303A102}" type="presParOf" srcId="{89C3357C-783B-0E4B-8CCE-40848E7559FC}" destId="{ED3236DF-7558-B341-A7C8-7211D532F9AB}" srcOrd="4" destOrd="0" presId="urn:microsoft.com/office/officeart/2024/layout/BulletTimelineInverted"/>
    <dgm:cxn modelId="{745E8717-B907-BE46-9688-D20F0C2F2662}" type="presParOf" srcId="{ED3236DF-7558-B341-A7C8-7211D532F9AB}" destId="{5C2F6C80-48A2-EF46-8466-4A293D969951}" srcOrd="0" destOrd="0" presId="urn:microsoft.com/office/officeart/2024/layout/BulletTimelineInverted"/>
    <dgm:cxn modelId="{E2BEABFD-5E3C-0449-932F-8246899FEBE5}" type="presParOf" srcId="{89C3357C-783B-0E4B-8CCE-40848E7559FC}" destId="{524D34EB-C322-ED42-ACD3-D7DF5CFB2EB8}" srcOrd="5" destOrd="0" presId="urn:microsoft.com/office/officeart/2024/layout/BulletTimelineInverted"/>
    <dgm:cxn modelId="{BF8CC003-2AB0-E746-92EC-AA03D0A88367}" type="presParOf" srcId="{AB377ABA-5323-784D-BD59-94F972B5B058}" destId="{041C4FF7-287B-D348-A2E2-2F15F960935E}" srcOrd="7" destOrd="0" presId="urn:microsoft.com/office/officeart/2024/layout/BulletTimelineInverted"/>
    <dgm:cxn modelId="{B98AE67C-F31D-9F4B-B4BE-62526567DE14}" type="presParOf" srcId="{AB377ABA-5323-784D-BD59-94F972B5B058}" destId="{7A09BAFE-9F17-3E45-A3CD-99EDB36966BD}" srcOrd="8" destOrd="0" presId="urn:microsoft.com/office/officeart/2024/layout/BulletTimelineInverted"/>
    <dgm:cxn modelId="{99EA5C45-02F1-5E44-BDC7-CBD5C654D3FD}" type="presParOf" srcId="{7A09BAFE-9F17-3E45-A3CD-99EDB36966BD}" destId="{44C3B9A2-DE1A-9341-823F-B1085F66089D}" srcOrd="0" destOrd="0" presId="urn:microsoft.com/office/officeart/2024/layout/BulletTimelineInverted"/>
    <dgm:cxn modelId="{C17C4C11-CADB-614B-90F7-29C9E36003A9}" type="presParOf" srcId="{44C3B9A2-DE1A-9341-823F-B1085F66089D}" destId="{E76705C5-D8C7-8446-895F-596A05C4F6A7}" srcOrd="0" destOrd="0" presId="urn:microsoft.com/office/officeart/2024/layout/BulletTimelineInverted"/>
    <dgm:cxn modelId="{F03E2738-9ADD-F743-8F94-67D0FF1CE519}" type="presParOf" srcId="{44C3B9A2-DE1A-9341-823F-B1085F66089D}" destId="{7B9ED2D8-12AC-9C4C-86C6-AC11F3094DC1}" srcOrd="1" destOrd="0" presId="urn:microsoft.com/office/officeart/2024/layout/BulletTimelineInverted"/>
    <dgm:cxn modelId="{85B35499-4908-8D4F-A218-904FF2829F91}" type="presParOf" srcId="{7A09BAFE-9F17-3E45-A3CD-99EDB36966BD}" destId="{9A12C38C-A503-8147-AE12-4D4CAEC77596}" srcOrd="1" destOrd="0" presId="urn:microsoft.com/office/officeart/2024/layout/BulletTimelineInverted"/>
    <dgm:cxn modelId="{D525CBB2-B41F-F946-AC7F-473E05D0D75C}" type="presParOf" srcId="{7A09BAFE-9F17-3E45-A3CD-99EDB36966BD}" destId="{645EC21B-D860-F34E-8EBE-34E4D5770B33}" srcOrd="2" destOrd="0" presId="urn:microsoft.com/office/officeart/2024/layout/BulletTimelineInverted"/>
    <dgm:cxn modelId="{9025581D-F73F-C74A-82BE-FC74E5513BED}" type="presParOf" srcId="{7A09BAFE-9F17-3E45-A3CD-99EDB36966BD}" destId="{D6E4D181-4302-5348-87CF-5ACB0D6A9B31}" srcOrd="3" destOrd="0" presId="urn:microsoft.com/office/officeart/2024/layout/BulletTimelineInverted"/>
    <dgm:cxn modelId="{55DD6989-1877-F84A-82B0-15078DC0CA9E}" type="presParOf" srcId="{7A09BAFE-9F17-3E45-A3CD-99EDB36966BD}" destId="{CFA2B4BB-6491-5E49-A22D-2008FF65EC42}" srcOrd="4" destOrd="0" presId="urn:microsoft.com/office/officeart/2024/layout/BulletTimelineInverted"/>
    <dgm:cxn modelId="{41E958C9-D055-624C-9F90-8F4C918E939A}" type="presParOf" srcId="{CFA2B4BB-6491-5E49-A22D-2008FF65EC42}" destId="{9278DF18-8917-6947-A990-F14671223ED8}" srcOrd="0" destOrd="0" presId="urn:microsoft.com/office/officeart/2024/layout/BulletTimelineInverted"/>
    <dgm:cxn modelId="{0E4565CE-5BE3-A544-8002-AB8D845FA83F}" type="presParOf" srcId="{7A09BAFE-9F17-3E45-A3CD-99EDB36966BD}" destId="{0E69F669-000C-5C49-84B8-B00F41C014AC}" srcOrd="5" destOrd="0" presId="urn:microsoft.com/office/officeart/2024/layout/BulletTimelineInverted"/>
    <dgm:cxn modelId="{13514775-5073-C442-AEE0-C309AC834715}" type="presParOf" srcId="{AB377ABA-5323-784D-BD59-94F972B5B058}" destId="{C9E6AB10-CE28-E24A-BE32-8B32D73D84FB}" srcOrd="9" destOrd="0" presId="urn:microsoft.com/office/officeart/2024/layout/BulletTimelineInverted"/>
    <dgm:cxn modelId="{772FCC9C-81A4-DE42-96BB-F7BB228FA3D9}" type="presParOf" srcId="{AB377ABA-5323-784D-BD59-94F972B5B058}" destId="{7BD58E12-BC3E-CA41-908D-EA5653126773}" srcOrd="10" destOrd="0" presId="urn:microsoft.com/office/officeart/2024/layout/BulletTimelineInverted"/>
    <dgm:cxn modelId="{D6C5FE2D-3F84-1548-8236-BFC5F957AB10}" type="presParOf" srcId="{7BD58E12-BC3E-CA41-908D-EA5653126773}" destId="{751F9EB4-4E40-D24E-86D5-7592BBCA2A8F}" srcOrd="0" destOrd="0" presId="urn:microsoft.com/office/officeart/2024/layout/BulletTimelineInverted"/>
    <dgm:cxn modelId="{B22189E9-B71A-4845-BBA3-EFE68503633B}" type="presParOf" srcId="{751F9EB4-4E40-D24E-86D5-7592BBCA2A8F}" destId="{26A262DA-3584-7C44-AE33-A7FBFB7C6DCB}" srcOrd="0" destOrd="0" presId="urn:microsoft.com/office/officeart/2024/layout/BulletTimelineInverted"/>
    <dgm:cxn modelId="{5A96FA67-9D09-FC49-A401-9AC1B2C766DC}" type="presParOf" srcId="{751F9EB4-4E40-D24E-86D5-7592BBCA2A8F}" destId="{A4665BD7-C388-F74F-BA7D-78224D5EA692}" srcOrd="1" destOrd="0" presId="urn:microsoft.com/office/officeart/2024/layout/BulletTimelineInverted"/>
    <dgm:cxn modelId="{0524EBAE-6C61-A04B-851C-902136523C98}" type="presParOf" srcId="{7BD58E12-BC3E-CA41-908D-EA5653126773}" destId="{447C8757-6FC0-3443-B841-3D7E5077C9A9}" srcOrd="1" destOrd="0" presId="urn:microsoft.com/office/officeart/2024/layout/BulletTimelineInverted"/>
    <dgm:cxn modelId="{D680EB0D-6AAF-5D44-85D3-FBE452EB4E25}" type="presParOf" srcId="{7BD58E12-BC3E-CA41-908D-EA5653126773}" destId="{7587BAC8-60D1-2C4A-B965-6E92034D8560}" srcOrd="2" destOrd="0" presId="urn:microsoft.com/office/officeart/2024/layout/BulletTimelineInverted"/>
    <dgm:cxn modelId="{5C5FA9DF-42EC-0746-AA8C-1E03C7FC2BB2}" type="presParOf" srcId="{7BD58E12-BC3E-CA41-908D-EA5653126773}" destId="{87E0C7FC-8705-AE42-B424-436DDAE67CE6}" srcOrd="3" destOrd="0" presId="urn:microsoft.com/office/officeart/2024/layout/BulletTimelineInverted"/>
    <dgm:cxn modelId="{B49AFE23-0DCD-C94A-911E-A01581191399}" type="presParOf" srcId="{7BD58E12-BC3E-CA41-908D-EA5653126773}" destId="{B454A72D-BE46-E749-AC40-FC61237BE875}" srcOrd="4" destOrd="0" presId="urn:microsoft.com/office/officeart/2024/layout/BulletTimelineInverted"/>
    <dgm:cxn modelId="{5325B26D-91DE-5C49-A59B-AFB4E92271E8}" type="presParOf" srcId="{B454A72D-BE46-E749-AC40-FC61237BE875}" destId="{4999F736-5F61-CE47-BEA7-4570355F1680}" srcOrd="0" destOrd="0" presId="urn:microsoft.com/office/officeart/2024/layout/BulletTimelineInverted"/>
    <dgm:cxn modelId="{2DCEB37D-D05E-5E42-896D-49322DE663EB}" type="presParOf" srcId="{7BD58E12-BC3E-CA41-908D-EA5653126773}" destId="{B074E092-4F77-114D-BD7B-67F84806D925}" srcOrd="5" destOrd="0" presId="urn:microsoft.com/office/officeart/2024/layout/BulletTimelineInverted"/>
    <dgm:cxn modelId="{814F4581-887D-E545-84EF-1F260C88403E}" type="presParOf" srcId="{AB377ABA-5323-784D-BD59-94F972B5B058}" destId="{8678AE49-6D19-D04D-8C2F-67E2BCEB0EC6}" srcOrd="11" destOrd="0" presId="urn:microsoft.com/office/officeart/2024/layout/BulletTimelineInverted"/>
    <dgm:cxn modelId="{151690E1-925A-8B49-8F16-8A147EFD30D0}" type="presParOf" srcId="{AB377ABA-5323-784D-BD59-94F972B5B058}" destId="{986C41A3-343D-C64E-810E-0DEFCD41B00A}" srcOrd="12" destOrd="0" presId="urn:microsoft.com/office/officeart/2024/layout/BulletTimelineInverted"/>
    <dgm:cxn modelId="{FB4480BA-A1BB-644D-9E50-0DD22637B84F}" type="presParOf" srcId="{986C41A3-343D-C64E-810E-0DEFCD41B00A}" destId="{6934829D-7E7F-B649-AFB5-17776416CF02}" srcOrd="0" destOrd="0" presId="urn:microsoft.com/office/officeart/2024/layout/BulletTimelineInverted"/>
    <dgm:cxn modelId="{9872728E-D472-B84A-8433-1590BD3F8B57}" type="presParOf" srcId="{6934829D-7E7F-B649-AFB5-17776416CF02}" destId="{45E627B6-4F41-9E46-97A5-AAF07293F2AD}" srcOrd="0" destOrd="0" presId="urn:microsoft.com/office/officeart/2024/layout/BulletTimelineInverted"/>
    <dgm:cxn modelId="{70EDEA7B-B8E8-FA47-BB1B-51B8F36FD3E8}" type="presParOf" srcId="{6934829D-7E7F-B649-AFB5-17776416CF02}" destId="{0CE8FDAC-44F7-B94D-806C-8BF9296D7D3D}" srcOrd="1" destOrd="0" presId="urn:microsoft.com/office/officeart/2024/layout/BulletTimelineInverted"/>
    <dgm:cxn modelId="{F91E7032-1B09-4D4A-BAE5-41BA3953E8A2}" type="presParOf" srcId="{986C41A3-343D-C64E-810E-0DEFCD41B00A}" destId="{32648804-1460-9544-BF08-180F4E85563E}" srcOrd="1" destOrd="0" presId="urn:microsoft.com/office/officeart/2024/layout/BulletTimelineInverted"/>
    <dgm:cxn modelId="{239B5910-E067-DC4B-9C5E-96650FD968F7}" type="presParOf" srcId="{986C41A3-343D-C64E-810E-0DEFCD41B00A}" destId="{131792EB-4F35-6A4C-8ED9-49470C759502}" srcOrd="2" destOrd="0" presId="urn:microsoft.com/office/officeart/2024/layout/BulletTimelineInverted"/>
    <dgm:cxn modelId="{B944E9DF-C0E1-EE4B-8E8E-B051C888509D}" type="presParOf" srcId="{986C41A3-343D-C64E-810E-0DEFCD41B00A}" destId="{5A79F3CA-4449-2948-9F33-F1DD7F8549AB}" srcOrd="3" destOrd="0" presId="urn:microsoft.com/office/officeart/2024/layout/BulletTimelineInverted"/>
    <dgm:cxn modelId="{2DA4C4C5-5E52-3F49-91D2-542B4CA13524}" type="presParOf" srcId="{986C41A3-343D-C64E-810E-0DEFCD41B00A}" destId="{3CC77CBB-30CE-1B4C-9424-7E084D76B11F}" srcOrd="4" destOrd="0" presId="urn:microsoft.com/office/officeart/2024/layout/BulletTimelineInverted"/>
    <dgm:cxn modelId="{0B0C6925-7DD0-8447-A0BC-59674D5ECE83}" type="presParOf" srcId="{3CC77CBB-30CE-1B4C-9424-7E084D76B11F}" destId="{B51B899D-BE20-8047-8AAF-9B7227856E6B}" srcOrd="0" destOrd="0" presId="urn:microsoft.com/office/officeart/2024/layout/BulletTimelineInverted"/>
    <dgm:cxn modelId="{C6AA902C-6A84-A843-ABE9-2B7A0B50C3A5}" type="presParOf" srcId="{986C41A3-343D-C64E-810E-0DEFCD41B00A}" destId="{587A9E2E-3460-C64C-A7D0-3B4AFEDA2823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06657-A153-C448-B837-8FE09150A9B3}">
      <dsp:nvSpPr>
        <dsp:cNvPr id="0" name=""/>
        <dsp:cNvSpPr/>
      </dsp:nvSpPr>
      <dsp:spPr>
        <a:xfrm>
          <a:off x="0" y="2153912"/>
          <a:ext cx="10473537" cy="43513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3A7F2-ECCF-F34C-829A-BC13E8D6D6E2}">
      <dsp:nvSpPr>
        <dsp:cNvPr id="0" name=""/>
        <dsp:cNvSpPr/>
      </dsp:nvSpPr>
      <dsp:spPr>
        <a:xfrm>
          <a:off x="10254519" y="2001615"/>
          <a:ext cx="261080" cy="348107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5A7C7-DB3C-3F4F-A4C9-221FD70004B1}">
      <dsp:nvSpPr>
        <dsp:cNvPr id="0" name=""/>
        <dsp:cNvSpPr/>
      </dsp:nvSpPr>
      <dsp:spPr>
        <a:xfrm>
          <a:off x="534590" y="1094002"/>
          <a:ext cx="2094309" cy="959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Illumina </a:t>
          </a:r>
          <a:r>
            <a:rPr lang="en-US" sz="1300" kern="1200" dirty="0" err="1"/>
            <a:t>NovaSeq</a:t>
          </a:r>
          <a:r>
            <a:rPr lang="en-US" sz="1300" kern="1200" dirty="0"/>
            <a:t> PE 150 cycles</a:t>
          </a:r>
        </a:p>
      </dsp:txBody>
      <dsp:txXfrm>
        <a:off x="534590" y="1094002"/>
        <a:ext cx="2094309" cy="959275"/>
      </dsp:txXfrm>
    </dsp:sp>
    <dsp:sp modelId="{3DC20D57-9C6B-4740-93D8-DBF0745B09EC}">
      <dsp:nvSpPr>
        <dsp:cNvPr id="0" name=""/>
        <dsp:cNvSpPr/>
      </dsp:nvSpPr>
      <dsp:spPr>
        <a:xfrm>
          <a:off x="534590" y="597825"/>
          <a:ext cx="2094309" cy="496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Raw sequencing data</a:t>
          </a:r>
        </a:p>
      </dsp:txBody>
      <dsp:txXfrm>
        <a:off x="534590" y="597825"/>
        <a:ext cx="2094309" cy="496177"/>
      </dsp:txXfrm>
    </dsp:sp>
    <dsp:sp modelId="{1506A386-146A-2D43-9AFE-FF58A8BBF56C}">
      <dsp:nvSpPr>
        <dsp:cNvPr id="0" name=""/>
        <dsp:cNvSpPr/>
      </dsp:nvSpPr>
      <dsp:spPr>
        <a:xfrm>
          <a:off x="250589" y="564747"/>
          <a:ext cx="33411" cy="1620845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52AB3-329E-FC4D-A41C-1C34DCFC912C}">
      <dsp:nvSpPr>
        <dsp:cNvPr id="0" name=""/>
        <dsp:cNvSpPr/>
      </dsp:nvSpPr>
      <dsp:spPr>
        <a:xfrm>
          <a:off x="1849040" y="2997411"/>
          <a:ext cx="2094309" cy="797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BBDuk</a:t>
          </a:r>
          <a:endParaRPr lang="en-US" sz="1300" kern="1200" dirty="0"/>
        </a:p>
      </dsp:txBody>
      <dsp:txXfrm>
        <a:off x="1849040" y="2997411"/>
        <a:ext cx="2094309" cy="797321"/>
      </dsp:txXfrm>
    </dsp:sp>
    <dsp:sp modelId="{6403A277-8D69-C14B-969F-11AB776DBAE1}">
      <dsp:nvSpPr>
        <dsp:cNvPr id="0" name=""/>
        <dsp:cNvSpPr/>
      </dsp:nvSpPr>
      <dsp:spPr>
        <a:xfrm>
          <a:off x="1849040" y="2471519"/>
          <a:ext cx="2094309" cy="525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Illumina adapter removal</a:t>
          </a:r>
        </a:p>
      </dsp:txBody>
      <dsp:txXfrm>
        <a:off x="1849040" y="2471519"/>
        <a:ext cx="2094309" cy="525892"/>
      </dsp:txXfrm>
    </dsp:sp>
    <dsp:sp modelId="{24AEA3E3-4CA4-8F4E-9FF1-34A2AF97C2C9}">
      <dsp:nvSpPr>
        <dsp:cNvPr id="0" name=""/>
        <dsp:cNvSpPr/>
      </dsp:nvSpPr>
      <dsp:spPr>
        <a:xfrm>
          <a:off x="1565039" y="2166162"/>
          <a:ext cx="33411" cy="166249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8A7B6-FC70-5649-B1CA-FB73E5C65EC7}">
      <dsp:nvSpPr>
        <dsp:cNvPr id="0" name=""/>
        <dsp:cNvSpPr/>
      </dsp:nvSpPr>
      <dsp:spPr>
        <a:xfrm>
          <a:off x="180424" y="478743"/>
          <a:ext cx="173741" cy="1720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69736-ED08-7446-8D5E-236FA36E84D0}">
      <dsp:nvSpPr>
        <dsp:cNvPr id="0" name=""/>
        <dsp:cNvSpPr/>
      </dsp:nvSpPr>
      <dsp:spPr>
        <a:xfrm>
          <a:off x="1494874" y="3741790"/>
          <a:ext cx="173741" cy="173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18CDE-F63D-084B-9A5F-9BF0A0879C7F}">
      <dsp:nvSpPr>
        <dsp:cNvPr id="0" name=""/>
        <dsp:cNvSpPr/>
      </dsp:nvSpPr>
      <dsp:spPr>
        <a:xfrm>
          <a:off x="3163490" y="1094002"/>
          <a:ext cx="2094309" cy="959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BBDuk</a:t>
          </a:r>
          <a:endParaRPr lang="en-US" sz="1300" kern="1200" dirty="0"/>
        </a:p>
      </dsp:txBody>
      <dsp:txXfrm>
        <a:off x="3163490" y="1094002"/>
        <a:ext cx="2094309" cy="959275"/>
      </dsp:txXfrm>
    </dsp:sp>
    <dsp:sp modelId="{F92CE055-81E5-3A4C-8DEF-2EF2E3ECFE8D}">
      <dsp:nvSpPr>
        <dsp:cNvPr id="0" name=""/>
        <dsp:cNvSpPr/>
      </dsp:nvSpPr>
      <dsp:spPr>
        <a:xfrm>
          <a:off x="3163490" y="597825"/>
          <a:ext cx="2094309" cy="496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 err="1"/>
            <a:t>PolyG</a:t>
          </a:r>
          <a:r>
            <a:rPr lang="en-US" sz="1700" kern="1200" dirty="0"/>
            <a:t> tract removal</a:t>
          </a:r>
        </a:p>
      </dsp:txBody>
      <dsp:txXfrm>
        <a:off x="3163490" y="597825"/>
        <a:ext cx="2094309" cy="496177"/>
      </dsp:txXfrm>
    </dsp:sp>
    <dsp:sp modelId="{84496AD9-8CE1-624F-BD69-17BA1D1C43FD}">
      <dsp:nvSpPr>
        <dsp:cNvPr id="0" name=""/>
        <dsp:cNvSpPr/>
      </dsp:nvSpPr>
      <dsp:spPr>
        <a:xfrm>
          <a:off x="2879489" y="564747"/>
          <a:ext cx="33411" cy="1620845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D1FFF-B1B7-1D44-98D1-F0EAE0993E3D}">
      <dsp:nvSpPr>
        <dsp:cNvPr id="0" name=""/>
        <dsp:cNvSpPr/>
      </dsp:nvSpPr>
      <dsp:spPr>
        <a:xfrm>
          <a:off x="4477940" y="2997411"/>
          <a:ext cx="2094309" cy="797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Prinseq</a:t>
          </a:r>
          <a:endParaRPr lang="en-US" sz="1300" kern="1200" dirty="0"/>
        </a:p>
      </dsp:txBody>
      <dsp:txXfrm>
        <a:off x="4477940" y="2997411"/>
        <a:ext cx="2094309" cy="797321"/>
      </dsp:txXfrm>
    </dsp:sp>
    <dsp:sp modelId="{D83E6DF7-8379-494D-A8C8-97781C166482}">
      <dsp:nvSpPr>
        <dsp:cNvPr id="0" name=""/>
        <dsp:cNvSpPr/>
      </dsp:nvSpPr>
      <dsp:spPr>
        <a:xfrm>
          <a:off x="4477940" y="2471519"/>
          <a:ext cx="2094309" cy="525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Low-quality read removal</a:t>
          </a:r>
        </a:p>
      </dsp:txBody>
      <dsp:txXfrm>
        <a:off x="4477940" y="2471519"/>
        <a:ext cx="2094309" cy="525892"/>
      </dsp:txXfrm>
    </dsp:sp>
    <dsp:sp modelId="{08FF3C0B-F88F-344B-831B-20896348F0F4}">
      <dsp:nvSpPr>
        <dsp:cNvPr id="0" name=""/>
        <dsp:cNvSpPr/>
      </dsp:nvSpPr>
      <dsp:spPr>
        <a:xfrm>
          <a:off x="4193939" y="2166162"/>
          <a:ext cx="33411" cy="166249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D53D9-ED55-974A-8449-349A35C0EA0B}">
      <dsp:nvSpPr>
        <dsp:cNvPr id="0" name=""/>
        <dsp:cNvSpPr/>
      </dsp:nvSpPr>
      <dsp:spPr>
        <a:xfrm>
          <a:off x="2809324" y="478743"/>
          <a:ext cx="173741" cy="1720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F6C80-48A2-EF46-8466-4A293D969951}">
      <dsp:nvSpPr>
        <dsp:cNvPr id="0" name=""/>
        <dsp:cNvSpPr/>
      </dsp:nvSpPr>
      <dsp:spPr>
        <a:xfrm>
          <a:off x="4123774" y="3741790"/>
          <a:ext cx="173741" cy="173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2C38C-A503-8147-AE12-4D4CAEC77596}">
      <dsp:nvSpPr>
        <dsp:cNvPr id="0" name=""/>
        <dsp:cNvSpPr/>
      </dsp:nvSpPr>
      <dsp:spPr>
        <a:xfrm>
          <a:off x="5792390" y="1094002"/>
          <a:ext cx="2094309" cy="959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Bmtagger</a:t>
          </a:r>
          <a:endParaRPr lang="en-US" sz="1300" kern="1200" dirty="0"/>
        </a:p>
      </dsp:txBody>
      <dsp:txXfrm>
        <a:off x="5792390" y="1094002"/>
        <a:ext cx="2094309" cy="959275"/>
      </dsp:txXfrm>
    </dsp:sp>
    <dsp:sp modelId="{645EC21B-D860-F34E-8EBE-34E4D5770B33}">
      <dsp:nvSpPr>
        <dsp:cNvPr id="0" name=""/>
        <dsp:cNvSpPr/>
      </dsp:nvSpPr>
      <dsp:spPr>
        <a:xfrm>
          <a:off x="5792390" y="597825"/>
          <a:ext cx="2094309" cy="496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Human reads removal</a:t>
          </a:r>
        </a:p>
      </dsp:txBody>
      <dsp:txXfrm>
        <a:off x="5792390" y="597825"/>
        <a:ext cx="2094309" cy="496177"/>
      </dsp:txXfrm>
    </dsp:sp>
    <dsp:sp modelId="{D6E4D181-4302-5348-87CF-5ACB0D6A9B31}">
      <dsp:nvSpPr>
        <dsp:cNvPr id="0" name=""/>
        <dsp:cNvSpPr/>
      </dsp:nvSpPr>
      <dsp:spPr>
        <a:xfrm>
          <a:off x="5508389" y="564747"/>
          <a:ext cx="33411" cy="1620845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C8757-6FC0-3443-B841-3D7E5077C9A9}">
      <dsp:nvSpPr>
        <dsp:cNvPr id="0" name=""/>
        <dsp:cNvSpPr/>
      </dsp:nvSpPr>
      <dsp:spPr>
        <a:xfrm>
          <a:off x="7106840" y="2997411"/>
          <a:ext cx="2094309" cy="797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BBMap</a:t>
          </a:r>
          <a:endParaRPr lang="en-US" sz="1300" kern="1200" dirty="0"/>
        </a:p>
      </dsp:txBody>
      <dsp:txXfrm>
        <a:off x="7106840" y="2997411"/>
        <a:ext cx="2094309" cy="797321"/>
      </dsp:txXfrm>
    </dsp:sp>
    <dsp:sp modelId="{7587BAC8-60D1-2C4A-B965-6E92034D8560}">
      <dsp:nvSpPr>
        <dsp:cNvPr id="0" name=""/>
        <dsp:cNvSpPr/>
      </dsp:nvSpPr>
      <dsp:spPr>
        <a:xfrm>
          <a:off x="7106840" y="2471519"/>
          <a:ext cx="2094309" cy="525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Read merging</a:t>
          </a:r>
        </a:p>
      </dsp:txBody>
      <dsp:txXfrm>
        <a:off x="7106840" y="2471519"/>
        <a:ext cx="2094309" cy="525892"/>
      </dsp:txXfrm>
    </dsp:sp>
    <dsp:sp modelId="{87E0C7FC-8705-AE42-B424-436DDAE67CE6}">
      <dsp:nvSpPr>
        <dsp:cNvPr id="0" name=""/>
        <dsp:cNvSpPr/>
      </dsp:nvSpPr>
      <dsp:spPr>
        <a:xfrm>
          <a:off x="6822839" y="2166162"/>
          <a:ext cx="33411" cy="166249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8DF18-8917-6947-A990-F14671223ED8}">
      <dsp:nvSpPr>
        <dsp:cNvPr id="0" name=""/>
        <dsp:cNvSpPr/>
      </dsp:nvSpPr>
      <dsp:spPr>
        <a:xfrm>
          <a:off x="5438224" y="478743"/>
          <a:ext cx="173741" cy="1720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9F736-5F61-CE47-BEA7-4570355F1680}">
      <dsp:nvSpPr>
        <dsp:cNvPr id="0" name=""/>
        <dsp:cNvSpPr/>
      </dsp:nvSpPr>
      <dsp:spPr>
        <a:xfrm>
          <a:off x="6752674" y="3741790"/>
          <a:ext cx="173741" cy="173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48804-1460-9544-BF08-180F4E85563E}">
      <dsp:nvSpPr>
        <dsp:cNvPr id="0" name=""/>
        <dsp:cNvSpPr/>
      </dsp:nvSpPr>
      <dsp:spPr>
        <a:xfrm>
          <a:off x="8421290" y="1094002"/>
          <a:ext cx="2094309" cy="959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Metaphlan</a:t>
          </a:r>
          <a:r>
            <a:rPr lang="en-US" sz="1300" kern="1200" dirty="0"/>
            <a:t> 4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SGB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GTDB r220</a:t>
          </a:r>
        </a:p>
      </dsp:txBody>
      <dsp:txXfrm>
        <a:off x="8421290" y="1094002"/>
        <a:ext cx="2094309" cy="959275"/>
      </dsp:txXfrm>
    </dsp:sp>
    <dsp:sp modelId="{131792EB-4F35-6A4C-8ED9-49470C759502}">
      <dsp:nvSpPr>
        <dsp:cNvPr id="0" name=""/>
        <dsp:cNvSpPr/>
      </dsp:nvSpPr>
      <dsp:spPr>
        <a:xfrm>
          <a:off x="8421290" y="597825"/>
          <a:ext cx="2094309" cy="496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Metagenomics analysis</a:t>
          </a:r>
        </a:p>
      </dsp:txBody>
      <dsp:txXfrm>
        <a:off x="8421290" y="597825"/>
        <a:ext cx="2094309" cy="496177"/>
      </dsp:txXfrm>
    </dsp:sp>
    <dsp:sp modelId="{5A79F3CA-4449-2948-9F33-F1DD7F8549AB}">
      <dsp:nvSpPr>
        <dsp:cNvPr id="0" name=""/>
        <dsp:cNvSpPr/>
      </dsp:nvSpPr>
      <dsp:spPr>
        <a:xfrm>
          <a:off x="8137289" y="564747"/>
          <a:ext cx="33411" cy="1620845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B899D-BE20-8047-8AAF-9B7227856E6B}">
      <dsp:nvSpPr>
        <dsp:cNvPr id="0" name=""/>
        <dsp:cNvSpPr/>
      </dsp:nvSpPr>
      <dsp:spPr>
        <a:xfrm>
          <a:off x="8067124" y="478743"/>
          <a:ext cx="173741" cy="1720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948A0-7877-A840-81BA-A34A9861772B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4CAA5-AC06-2943-960E-85EB38290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8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4CAA5-AC06-2943-960E-85EB38290C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96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4CAA5-AC06-2943-960E-85EB38290C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83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4CAA5-AC06-2943-960E-85EB38290C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89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Betweenness centrality: </a:t>
            </a:r>
            <a:r>
              <a:rPr lang="en-US" dirty="0"/>
              <a:t>Measures how often a bacterial species acts as a bridge connecting other species in the network, the higher the number, the more the species act as bridge.</a:t>
            </a:r>
          </a:p>
          <a:p>
            <a:r>
              <a:rPr lang="en-US" b="1" dirty="0"/>
              <a:t>Harmonic closeness: </a:t>
            </a:r>
            <a:r>
              <a:rPr lang="en-US" dirty="0"/>
              <a:t>Harmonic centrality measures how close a bacterial species is to all other species in the network. The higher the value the more it can reach the rest of them through less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4CAA5-AC06-2943-960E-85EB38290C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9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Tremors and dyskinesia are involuntary movements.</a:t>
            </a:r>
          </a:p>
          <a:p>
            <a:endParaRPr lang="en-US" dirty="0"/>
          </a:p>
          <a:p>
            <a:r>
              <a:rPr lang="en-US" b="1" dirty="0"/>
              <a:t>Akinesia </a:t>
            </a:r>
            <a:r>
              <a:rPr lang="en-US" b="0" dirty="0"/>
              <a:t>loss of voluntary movement</a:t>
            </a:r>
            <a:endParaRPr lang="en-US" b="1" dirty="0"/>
          </a:p>
          <a:p>
            <a:r>
              <a:rPr lang="en-US" b="1" dirty="0"/>
              <a:t>Tremors</a:t>
            </a:r>
            <a:r>
              <a:rPr lang="en-US" dirty="0"/>
              <a:t> are rhythmic, shaking, and happen at rest</a:t>
            </a:r>
          </a:p>
          <a:p>
            <a:r>
              <a:rPr lang="en-US" b="1" dirty="0"/>
              <a:t>Dyskinesia</a:t>
            </a:r>
            <a:r>
              <a:rPr lang="en-US" dirty="0"/>
              <a:t> is irregular, jerky movements often caused by long-term medication use</a:t>
            </a:r>
          </a:p>
          <a:p>
            <a:endParaRPr lang="en-US" dirty="0"/>
          </a:p>
          <a:p>
            <a:r>
              <a:rPr lang="en-US" b="1" dirty="0"/>
              <a:t>Motor fluctuations </a:t>
            </a:r>
            <a:r>
              <a:rPr lang="en-US" b="0" dirty="0"/>
              <a:t>are the changes in symptoms related to medication timing</a:t>
            </a:r>
          </a:p>
          <a:p>
            <a:r>
              <a:rPr lang="en-US" b="1" dirty="0"/>
              <a:t>Painful dystonia </a:t>
            </a:r>
            <a:r>
              <a:rPr lang="en-US" b="0" dirty="0"/>
              <a:t>are involuntary contractions that come with sever pain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84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DF27-F767-0891-0473-F45945BAC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03808-0BC3-E1A6-2E20-C5B1F6443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88984-2C72-E879-7919-7320A0FE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BF41A-5229-3AAF-5382-AEBD559A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D204E-D063-35CB-D0A2-E0331EEB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B473-C9F9-2F60-4037-C04D9515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917F-43CE-4786-7AA7-E1084B7D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0F042-64C4-E6E9-D04C-4F6B8E8A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58374-0D81-D071-90ED-6587C206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0D2F7-E04B-0E03-6930-059908F5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8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F72B-EA43-EF07-5872-0C014A33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E5B16-50E0-BCAA-0666-71D33201B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10E81-E2CC-542C-89DD-F0CCD4CE6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06977-6CC4-546E-3944-AC9600CA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408C1-83EA-7358-6768-8E16D912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D71B-E91C-B4A9-5DDE-680B31FB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FD452-1BD3-3284-EDCC-5D3A74970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1E872-F0B1-1083-564C-C5C3C55A8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B507-25E7-8A16-B5BC-D9E3EBC3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2B4CD-E163-9D34-38BD-84D2DC23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0ECA9-912B-B7E9-72E7-E0E6061C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5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9FB1-FF97-BED2-CF72-260CA2B6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38420-3EE3-9379-56C6-52DB2E1F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288CB-9CE4-FB18-AECE-DC83971BF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50825-602D-DA05-BD12-5AD641194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585E2-F974-1981-B0C6-DDE963393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806F6-3E8E-0E4B-6BCC-FBD5936A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0179F6-2756-9537-D953-7267C3F7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3055B-6E18-FF29-3C3B-8D900EA0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3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846D-3BC5-5526-00A0-F890D38B6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CA013-D174-7695-5738-4367008E3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30E62-391C-C514-21D0-3458D587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315AA-EE4F-4D5C-5D63-D6C005C9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1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943BDA-B229-1515-FDB6-05D4F84B5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75AF-94B6-1665-E995-F038C92B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7EDDF-6B58-28C6-302E-97C3F59F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5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5932-A6C4-788B-3027-118C1A77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9BF5-2D2F-CE3A-4553-6C8BA2BFF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B1771-F162-4115-9623-811900C79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671C4-6E9E-5F3C-0EEF-5DD98F01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B3DF6-6A4A-8070-253F-087AEBB2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1DD50-BBE0-48C6-BC95-6730288F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5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ADE6-9C72-7566-62A5-CBF21BD4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00A23-4D81-0862-156F-A958DEEBF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BE599-8C4A-8712-8F9F-C0A2625EB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B41E2-F262-628D-2D23-D4644D719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9B2D5-AD48-0490-C9D8-ECE5ED58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701F9-E5AD-42A5-0BD5-80B3414B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5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44AE-BF9F-42BE-DDB5-5F069B62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E5A82-C322-0490-7DAA-FEF0BF2EF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077B0-B501-1906-9C93-3F2A8562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AF74A-CE47-D8F2-8E78-A2782D1D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ED1CF-DBB1-6122-2F3D-7C2F61F2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77E9C-5168-C9E3-727C-5F4C7F3A3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6DA7F-C154-9B3A-9E11-1D429207C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81B8C-20CD-44BA-0104-E1216EC4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1BD83-1D8D-7A24-C01B-663876C9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CBCCA-B7AB-57CD-4C9A-6E9212E1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2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3C85-29BC-68D7-D378-0DEC7055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082CA-3640-146A-CD81-D38663C82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4AA0-D665-7BE4-B32C-8650E4EB0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5E3BA-CF92-C741-B946-DA00101E910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468BC-47BD-7E9B-7FB3-70AF2FEAF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3CBE3-FB60-7A41-DE6B-A18E0A77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FBA2A-CDDB-4C46-8F8B-8BCB2638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4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4644-02F6-3390-4278-9D8DAEC81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Parkinson’s Data Update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8A863-B92A-9F45-EB70-899EDA091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Daniel Castaneda Mogollon, PhD</a:t>
            </a:r>
          </a:p>
          <a:p>
            <a:r>
              <a:rPr lang="en-US"/>
              <a:t>06/01/2026</a:t>
            </a:r>
          </a:p>
          <a:p>
            <a:r>
              <a:rPr lang="en-US"/>
              <a:t>Sycuro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2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AF5F-EBB4-121C-F786-8A7166FD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Sequencing Data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25CF85-571E-D4C7-8BFB-7FA9B220B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0662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379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33FB-73FF-99C6-D5C6-63D29BB2F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70675"/>
            <a:ext cx="10515600" cy="1325563"/>
          </a:xfrm>
        </p:spPr>
        <p:txBody>
          <a:bodyPr/>
          <a:lstStyle/>
          <a:p>
            <a:r>
              <a:rPr lang="en-US" dirty="0"/>
              <a:t>QC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64378-029C-82CC-C3B0-BC2D0C722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843" y="2735478"/>
            <a:ext cx="3449040" cy="4122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C2626C-0F9A-1C5F-554B-026A1CC00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883" y="2846465"/>
            <a:ext cx="2531776" cy="4011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C440A-E21A-AF9E-D1BE-73023397A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659" y="2846465"/>
            <a:ext cx="2091874" cy="391843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F15F8A-136A-8BD3-F31F-D9ECC7CDF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6" y="139726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Only high-quality read data was used for downstream analysis. Any samples with less than 900,000 reads was filtered out:</a:t>
            </a:r>
          </a:p>
          <a:p>
            <a:pPr lvl="1"/>
            <a:r>
              <a:rPr lang="en-US" sz="2000" dirty="0"/>
              <a:t>158/184 (~86%)</a:t>
            </a:r>
          </a:p>
        </p:txBody>
      </p:sp>
    </p:spTree>
    <p:extLst>
      <p:ext uri="{BB962C8B-B14F-4D97-AF65-F5344CB8AC3E}">
        <p14:creationId xmlns:p14="http://schemas.microsoft.com/office/powerpoint/2010/main" val="1857955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F4EC-BA49-F404-7251-F7EF6F01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Metagenomics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4312D-4660-8BBB-AAE1-61D12E0C8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/>
              <a:t>Diversity differences:</a:t>
            </a:r>
          </a:p>
          <a:p>
            <a:pPr lvl="1"/>
            <a:r>
              <a:rPr lang="en-US" dirty="0" err="1"/>
              <a:t>ß</a:t>
            </a:r>
            <a:r>
              <a:rPr lang="en-US" dirty="0"/>
              <a:t>-diversity (NMDS) – filtered by species-level taxa, CLR normalized</a:t>
            </a:r>
          </a:p>
          <a:p>
            <a:pPr lvl="1"/>
            <a:r>
              <a:rPr lang="en-US" dirty="0"/>
              <a:t>a-diversity (Shannon, Simpson, Observed) – unfiltered, not normalized</a:t>
            </a:r>
          </a:p>
          <a:p>
            <a:pPr lvl="1"/>
            <a:endParaRPr lang="en-US" dirty="0"/>
          </a:p>
          <a:p>
            <a:r>
              <a:rPr lang="en-US" u="sng" dirty="0"/>
              <a:t>Taxonomic enrichment:</a:t>
            </a:r>
          </a:p>
          <a:p>
            <a:pPr lvl="1"/>
            <a:r>
              <a:rPr lang="en-US" dirty="0"/>
              <a:t>Linear mixed model testing (univariate, multivariate) – filtered by species-level taxa</a:t>
            </a:r>
          </a:p>
          <a:p>
            <a:pPr lvl="1"/>
            <a:endParaRPr lang="en-US" dirty="0"/>
          </a:p>
          <a:p>
            <a:r>
              <a:rPr lang="en-US" u="sng" dirty="0"/>
              <a:t>Taxa-to-taxa correlation network:</a:t>
            </a:r>
          </a:p>
          <a:p>
            <a:pPr lvl="1"/>
            <a:r>
              <a:rPr lang="en-US" dirty="0"/>
              <a:t>LASSO and </a:t>
            </a:r>
            <a:r>
              <a:rPr lang="en-US" dirty="0" err="1"/>
              <a:t>Neighborgh</a:t>
            </a:r>
            <a:r>
              <a:rPr lang="en-US" dirty="0"/>
              <a:t> taxa correlation (</a:t>
            </a:r>
            <a:r>
              <a:rPr lang="en-US" dirty="0" err="1"/>
              <a:t>spieceasi</a:t>
            </a:r>
            <a:r>
              <a:rPr lang="en-US" dirty="0"/>
              <a:t>) – filtered by species-level taxa</a:t>
            </a:r>
          </a:p>
        </p:txBody>
      </p:sp>
      <p:pic>
        <p:nvPicPr>
          <p:cNvPr id="5" name="Graphic 4" descr="Circles with arrows outline">
            <a:extLst>
              <a:ext uri="{FF2B5EF4-FFF2-40B4-BE49-F238E27FC236}">
                <a16:creationId xmlns:a16="http://schemas.microsoft.com/office/drawing/2014/main" id="{8491032B-16FA-555E-6109-0BA026E92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3818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4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C8C3D5B-9153-B5EB-E7C0-003D1D92F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5" y="2417007"/>
            <a:ext cx="4440993" cy="4440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75C9CE-CD80-14B3-7FBE-8C7E1996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18" y="351069"/>
            <a:ext cx="10515600" cy="1325563"/>
          </a:xfrm>
        </p:spPr>
        <p:txBody>
          <a:bodyPr/>
          <a:lstStyle/>
          <a:p>
            <a:r>
              <a:rPr lang="en-US" dirty="0"/>
              <a:t>Gut Microbiome Diversity Differs by PD Status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21FDC-3878-BD73-D62B-6C02DE1D1B04}"/>
              </a:ext>
            </a:extLst>
          </p:cNvPr>
          <p:cNvSpPr txBox="1"/>
          <p:nvPr/>
        </p:nvSpPr>
        <p:spPr>
          <a:xfrm>
            <a:off x="3015805" y="587712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&lt; 0.001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0D13BD-9387-8747-1026-17479F976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254" y="3424865"/>
            <a:ext cx="2519067" cy="29258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3DA221-642D-15F7-DB1C-0703B9A2C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8321" y="3429000"/>
            <a:ext cx="2394393" cy="28451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8BAF60-852E-BFC1-2544-32E8BCCE7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883" y="3467493"/>
            <a:ext cx="2710877" cy="288324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1218B7-7E6D-64F4-B39E-2689E7DDFB04}"/>
              </a:ext>
            </a:extLst>
          </p:cNvPr>
          <p:cNvSpPr txBox="1"/>
          <p:nvPr/>
        </p:nvSpPr>
        <p:spPr>
          <a:xfrm>
            <a:off x="619918" y="1504594"/>
            <a:ext cx="8779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 The overall gut microbiome between PD and HC is significantly different</a:t>
            </a:r>
          </a:p>
          <a:p>
            <a:r>
              <a:rPr lang="en-US" sz="2000" dirty="0"/>
              <a:t>- HC harbors more bacterial species, but those contribute little to the overall abundance and community evenness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8550B-CC4C-EA14-982F-E485B821E1D3}"/>
              </a:ext>
            </a:extLst>
          </p:cNvPr>
          <p:cNvSpPr txBox="1"/>
          <p:nvPr/>
        </p:nvSpPr>
        <p:spPr>
          <a:xfrm>
            <a:off x="6183321" y="330445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79039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6093-6E9D-62B7-70B4-287CBCBC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Gut Microbiome Diversity Differs by PD and Sex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F766FF-93E1-23EB-BDCC-6ECFAF657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959524"/>
              </p:ext>
            </p:extLst>
          </p:nvPr>
        </p:nvGraphicFramePr>
        <p:xfrm>
          <a:off x="838200" y="5545010"/>
          <a:ext cx="3268301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7915">
                  <a:extLst>
                    <a:ext uri="{9D8B030D-6E8A-4147-A177-3AD203B41FA5}">
                      <a16:colId xmlns:a16="http://schemas.microsoft.com/office/drawing/2014/main" val="220091273"/>
                    </a:ext>
                  </a:extLst>
                </a:gridCol>
                <a:gridCol w="1110386">
                  <a:extLst>
                    <a:ext uri="{9D8B030D-6E8A-4147-A177-3AD203B41FA5}">
                      <a16:colId xmlns:a16="http://schemas.microsoft.com/office/drawing/2014/main" val="465387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b="1" dirty="0"/>
                        <a:t>Pairwise comparison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P-</a:t>
                      </a:r>
                      <a:r>
                        <a:rPr lang="en-US" sz="1050" b="1" dirty="0" err="1"/>
                        <a:t>val</a:t>
                      </a:r>
                      <a:r>
                        <a:rPr lang="en-US" sz="1050" b="1" dirty="0"/>
                        <a:t> adj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109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/>
                        <a:t>PD-male vs PD-female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78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/>
                        <a:t>PD-male vs HC-male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&lt;0.001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534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/>
                        <a:t>PD-female vs HC-female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0.002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92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/>
                        <a:t>HC-male vs HC-female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0.41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784232"/>
                  </a:ext>
                </a:extLst>
              </a:tr>
            </a:tbl>
          </a:graphicData>
        </a:graphic>
      </p:graphicFrame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869774B-E83A-D6AA-849E-555ACB483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0786" b="10567"/>
          <a:stretch>
            <a:fillRect/>
          </a:stretch>
        </p:blipFill>
        <p:spPr>
          <a:xfrm>
            <a:off x="550863" y="1792926"/>
            <a:ext cx="4609612" cy="36253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5BB614-F80F-E815-41AB-85225A5FA797}"/>
              </a:ext>
            </a:extLst>
          </p:cNvPr>
          <p:cNvSpPr txBox="1"/>
          <p:nvPr/>
        </p:nvSpPr>
        <p:spPr>
          <a:xfrm>
            <a:off x="2726532" y="4618688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&lt; 0.001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3C599A-A55F-B61F-4AC7-96FC318FB1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69" b="14191"/>
          <a:stretch>
            <a:fillRect/>
          </a:stretch>
        </p:blipFill>
        <p:spPr>
          <a:xfrm>
            <a:off x="5633792" y="1254266"/>
            <a:ext cx="3208075" cy="23335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DFC487-F905-EE29-06E7-3F16629A04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808" b="12971"/>
          <a:stretch>
            <a:fillRect/>
          </a:stretch>
        </p:blipFill>
        <p:spPr>
          <a:xfrm>
            <a:off x="5739066" y="3855972"/>
            <a:ext cx="3144069" cy="23335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1C18ED9-6FFA-B30A-09B8-A59A3B7654DA}"/>
              </a:ext>
            </a:extLst>
          </p:cNvPr>
          <p:cNvSpPr txBox="1"/>
          <p:nvPr/>
        </p:nvSpPr>
        <p:spPr>
          <a:xfrm>
            <a:off x="5966164" y="5703049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 &lt; 0.001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6FD53-926E-6678-FE23-3FA7B1D1708A}"/>
              </a:ext>
            </a:extLst>
          </p:cNvPr>
          <p:cNvSpPr txBox="1"/>
          <p:nvPr/>
        </p:nvSpPr>
        <p:spPr>
          <a:xfrm>
            <a:off x="7311100" y="3076035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 = 0.002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D8EE7BB-3F86-3340-E7B6-0DFE62CD7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562" y="3214534"/>
            <a:ext cx="25527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7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552E-7133-6317-3212-7CAE87F3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2" y="81288"/>
            <a:ext cx="10515600" cy="1325563"/>
          </a:xfrm>
        </p:spPr>
        <p:txBody>
          <a:bodyPr/>
          <a:lstStyle/>
          <a:p>
            <a:r>
              <a:rPr lang="en-US" dirty="0"/>
              <a:t>Taxonomic Enrichment by PD Status and Sex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F9BD3-3AE9-5F2C-BC84-F84B40220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3738"/>
            <a:ext cx="4972188" cy="4516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19E585-D9B1-4655-B229-83ABA5A32568}"/>
              </a:ext>
            </a:extLst>
          </p:cNvPr>
          <p:cNvSpPr txBox="1"/>
          <p:nvPr/>
        </p:nvSpPr>
        <p:spPr>
          <a:xfrm>
            <a:off x="438766" y="1068243"/>
            <a:ext cx="2845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Y ~ ß</a:t>
            </a:r>
            <a:r>
              <a:rPr lang="en-US" i="1" baseline="-25000" dirty="0"/>
              <a:t>0</a:t>
            </a:r>
            <a:r>
              <a:rPr lang="en-US" i="1" dirty="0"/>
              <a:t>diagnosis + ß</a:t>
            </a:r>
            <a:r>
              <a:rPr lang="en-US" i="1" baseline="-25000" dirty="0"/>
              <a:t>1</a:t>
            </a:r>
            <a:r>
              <a:rPr lang="en-US" i="1" dirty="0"/>
              <a:t>Sex + 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C96138-873F-4633-4665-743DE871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576" y="1664707"/>
            <a:ext cx="4611209" cy="49354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D1C878-959A-F7B4-DF7F-B1C030DF5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6157" y="1871302"/>
            <a:ext cx="1636036" cy="35447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8A90B2-EA96-889C-4CCC-91B617025F09}"/>
              </a:ext>
            </a:extLst>
          </p:cNvPr>
          <p:cNvSpPr txBox="1"/>
          <p:nvPr/>
        </p:nvSpPr>
        <p:spPr>
          <a:xfrm rot="18806781">
            <a:off x="9552985" y="5672535"/>
            <a:ext cx="1069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/>
              <a:t>Barrier integrity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CCB4CD-B2FF-EC64-98C3-DDADAC88E511}"/>
              </a:ext>
            </a:extLst>
          </p:cNvPr>
          <p:cNvSpPr txBox="1"/>
          <p:nvPr/>
        </p:nvSpPr>
        <p:spPr>
          <a:xfrm rot="18806781">
            <a:off x="9781894" y="5711088"/>
            <a:ext cx="1194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Barrier disruption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E81D5E-FDAB-5481-679E-95F6133C2328}"/>
              </a:ext>
            </a:extLst>
          </p:cNvPr>
          <p:cNvSpPr txBox="1"/>
          <p:nvPr/>
        </p:nvSpPr>
        <p:spPr>
          <a:xfrm rot="18806781">
            <a:off x="9879410" y="5803397"/>
            <a:ext cx="14798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Levodopa degradation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917792-FCD2-F530-0C8A-607A8F1168F5}"/>
              </a:ext>
            </a:extLst>
          </p:cNvPr>
          <p:cNvSpPr txBox="1"/>
          <p:nvPr/>
        </p:nvSpPr>
        <p:spPr>
          <a:xfrm rot="18806781">
            <a:off x="10276916" y="5776238"/>
            <a:ext cx="1418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Imidazole production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D2693B-1D62-EB4C-1EFA-F62C1B37A068}"/>
              </a:ext>
            </a:extLst>
          </p:cNvPr>
          <p:cNvSpPr txBox="1"/>
          <p:nvPr/>
        </p:nvSpPr>
        <p:spPr>
          <a:xfrm rot="18806781">
            <a:off x="10836186" y="5669688"/>
            <a:ext cx="1152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SCFA generation</a:t>
            </a:r>
          </a:p>
        </p:txBody>
      </p:sp>
    </p:spTree>
    <p:extLst>
      <p:ext uri="{BB962C8B-B14F-4D97-AF65-F5344CB8AC3E}">
        <p14:creationId xmlns:p14="http://schemas.microsoft.com/office/powerpoint/2010/main" val="2682718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392CB2-895F-8FCF-219A-C0929A393BB6}"/>
              </a:ext>
            </a:extLst>
          </p:cNvPr>
          <p:cNvSpPr txBox="1"/>
          <p:nvPr/>
        </p:nvSpPr>
        <p:spPr>
          <a:xfrm>
            <a:off x="7752064" y="1454299"/>
            <a:ext cx="2897460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40" b="1" dirty="0">
                <a:solidFill>
                  <a:srgbClr val="7030A0"/>
                </a:solidFill>
              </a:rPr>
              <a:t>Cofactor biosynthesis</a:t>
            </a:r>
          </a:p>
          <a:p>
            <a:r>
              <a:rPr lang="en-US" sz="1340" b="1" dirty="0">
                <a:solidFill>
                  <a:srgbClr val="7030A0"/>
                </a:solidFill>
              </a:rPr>
              <a:t>Cofactor biosynthesis</a:t>
            </a:r>
          </a:p>
          <a:p>
            <a:r>
              <a:rPr lang="en-US" sz="1340" b="1" dirty="0">
                <a:solidFill>
                  <a:srgbClr val="941100"/>
                </a:solidFill>
              </a:rPr>
              <a:t>Metabolite conversion</a:t>
            </a:r>
          </a:p>
          <a:p>
            <a:r>
              <a:rPr lang="en-US" sz="1340" b="1" dirty="0">
                <a:solidFill>
                  <a:srgbClr val="0070C0"/>
                </a:solidFill>
              </a:rPr>
              <a:t>Protein biosynthesis</a:t>
            </a:r>
          </a:p>
          <a:p>
            <a:r>
              <a:rPr lang="en-US" sz="1340" b="1" dirty="0">
                <a:solidFill>
                  <a:schemeClr val="accent4">
                    <a:lumMod val="75000"/>
                  </a:schemeClr>
                </a:solidFill>
              </a:rPr>
              <a:t>Metabolite biosynthesis</a:t>
            </a:r>
          </a:p>
          <a:p>
            <a:r>
              <a:rPr lang="en-US" sz="1340" b="1" dirty="0">
                <a:solidFill>
                  <a:srgbClr val="FF0000"/>
                </a:solidFill>
              </a:rPr>
              <a:t>Generation of energy and metabolites</a:t>
            </a:r>
          </a:p>
          <a:p>
            <a:r>
              <a:rPr lang="en-US" sz="1340" b="1" dirty="0">
                <a:solidFill>
                  <a:srgbClr val="FF0000"/>
                </a:solidFill>
              </a:rPr>
              <a:t>Generation of energy and metabolites</a:t>
            </a:r>
          </a:p>
          <a:p>
            <a:r>
              <a:rPr lang="en-US" sz="1340" b="1" dirty="0">
                <a:solidFill>
                  <a:srgbClr val="929292"/>
                </a:solidFill>
              </a:rPr>
              <a:t>Nucleotide biosynthesis</a:t>
            </a:r>
          </a:p>
          <a:p>
            <a:r>
              <a:rPr lang="en-US" sz="1340" b="1" dirty="0">
                <a:solidFill>
                  <a:srgbClr val="FF0000"/>
                </a:solidFill>
              </a:rPr>
              <a:t>Generation of energy</a:t>
            </a:r>
          </a:p>
          <a:p>
            <a:r>
              <a:rPr lang="en-US" sz="1340" b="1" dirty="0">
                <a:solidFill>
                  <a:srgbClr val="FF7E79"/>
                </a:solidFill>
              </a:rPr>
              <a:t>Biosynthesis of other products</a:t>
            </a:r>
          </a:p>
          <a:p>
            <a:r>
              <a:rPr lang="en-US" sz="1340" b="1" dirty="0"/>
              <a:t>Nucleotide degradation</a:t>
            </a:r>
          </a:p>
          <a:p>
            <a:r>
              <a:rPr lang="en-US" sz="1340" b="1" dirty="0">
                <a:solidFill>
                  <a:srgbClr val="00B050"/>
                </a:solidFill>
              </a:rPr>
              <a:t>Vitamin biosynthesis</a:t>
            </a:r>
          </a:p>
          <a:p>
            <a:r>
              <a:rPr lang="en-US" sz="1340" b="1" dirty="0">
                <a:solidFill>
                  <a:srgbClr val="00B050"/>
                </a:solidFill>
              </a:rPr>
              <a:t>Vitamin biosynthesis</a:t>
            </a:r>
          </a:p>
          <a:p>
            <a:r>
              <a:rPr lang="en-US" sz="1340" b="1" dirty="0">
                <a:solidFill>
                  <a:srgbClr val="00B050"/>
                </a:solidFill>
              </a:rPr>
              <a:t>Vitamin biosynthesis</a:t>
            </a:r>
          </a:p>
          <a:p>
            <a:r>
              <a:rPr lang="en-US" sz="1340" b="1" dirty="0">
                <a:solidFill>
                  <a:schemeClr val="accent2">
                    <a:lumMod val="75000"/>
                  </a:schemeClr>
                </a:solidFill>
              </a:rPr>
              <a:t>Sugar degradation</a:t>
            </a:r>
          </a:p>
          <a:p>
            <a:r>
              <a:rPr lang="en-US" sz="1340" b="1" dirty="0">
                <a:solidFill>
                  <a:schemeClr val="accent2">
                    <a:lumMod val="75000"/>
                  </a:schemeClr>
                </a:solidFill>
              </a:rPr>
              <a:t>Sugar degradation</a:t>
            </a:r>
          </a:p>
          <a:p>
            <a:r>
              <a:rPr lang="en-US" sz="1340" b="1" dirty="0">
                <a:solidFill>
                  <a:schemeClr val="accent2">
                    <a:lumMod val="75000"/>
                  </a:schemeClr>
                </a:solidFill>
              </a:rPr>
              <a:t>Sugar degradation</a:t>
            </a:r>
          </a:p>
          <a:p>
            <a:r>
              <a:rPr lang="en-US" sz="1340" b="1" dirty="0">
                <a:solidFill>
                  <a:srgbClr val="0070C0"/>
                </a:solidFill>
              </a:rPr>
              <a:t>Protein biosynthesis</a:t>
            </a:r>
          </a:p>
          <a:p>
            <a:r>
              <a:rPr lang="en-US" sz="1340" b="1" dirty="0">
                <a:solidFill>
                  <a:srgbClr val="7030A0"/>
                </a:solidFill>
              </a:rPr>
              <a:t>Cofactor biosynthesis</a:t>
            </a:r>
          </a:p>
          <a:p>
            <a:r>
              <a:rPr lang="en-US" sz="1340" b="1" dirty="0">
                <a:solidFill>
                  <a:srgbClr val="FF2F92"/>
                </a:solidFill>
              </a:rPr>
              <a:t>Antibiotic resistance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59305-1EA5-749F-2447-FDA0B5A0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64" y="1368943"/>
            <a:ext cx="6343589" cy="498001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DF85B9-DDA9-F1EF-DDD0-1F243F700E15}"/>
              </a:ext>
            </a:extLst>
          </p:cNvPr>
          <p:cNvCxnSpPr>
            <a:cxnSpLocks/>
          </p:cNvCxnSpPr>
          <p:nvPr/>
        </p:nvCxnSpPr>
        <p:spPr>
          <a:xfrm>
            <a:off x="6677203" y="1603640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A7FE46-FCFE-20B6-DC74-9F0F83CE2909}"/>
              </a:ext>
            </a:extLst>
          </p:cNvPr>
          <p:cNvCxnSpPr>
            <a:cxnSpLocks/>
          </p:cNvCxnSpPr>
          <p:nvPr/>
        </p:nvCxnSpPr>
        <p:spPr>
          <a:xfrm>
            <a:off x="6668059" y="1820048"/>
            <a:ext cx="1106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1FA153-E6EB-B570-0929-C1758D8A8787}"/>
              </a:ext>
            </a:extLst>
          </p:cNvPr>
          <p:cNvCxnSpPr>
            <a:cxnSpLocks/>
          </p:cNvCxnSpPr>
          <p:nvPr/>
        </p:nvCxnSpPr>
        <p:spPr>
          <a:xfrm>
            <a:off x="6668059" y="2009024"/>
            <a:ext cx="1106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6D2AB7-2C96-21A3-C318-4549A04C1E23}"/>
              </a:ext>
            </a:extLst>
          </p:cNvPr>
          <p:cNvCxnSpPr>
            <a:cxnSpLocks/>
          </p:cNvCxnSpPr>
          <p:nvPr/>
        </p:nvCxnSpPr>
        <p:spPr>
          <a:xfrm>
            <a:off x="6657391" y="2204096"/>
            <a:ext cx="1117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973E34-5BCA-101B-D54E-2FD99071C38B}"/>
              </a:ext>
            </a:extLst>
          </p:cNvPr>
          <p:cNvCxnSpPr>
            <a:cxnSpLocks/>
          </p:cNvCxnSpPr>
          <p:nvPr/>
        </p:nvCxnSpPr>
        <p:spPr>
          <a:xfrm>
            <a:off x="6687871" y="2429648"/>
            <a:ext cx="1095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8276D5-F793-DC99-6E0B-5AAD75C747EC}"/>
              </a:ext>
            </a:extLst>
          </p:cNvPr>
          <p:cNvCxnSpPr>
            <a:cxnSpLocks/>
          </p:cNvCxnSpPr>
          <p:nvPr/>
        </p:nvCxnSpPr>
        <p:spPr>
          <a:xfrm>
            <a:off x="6668059" y="2618624"/>
            <a:ext cx="1092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086EF9-8154-7237-34B1-98DE8815EF3E}"/>
              </a:ext>
            </a:extLst>
          </p:cNvPr>
          <p:cNvCxnSpPr>
            <a:cxnSpLocks/>
          </p:cNvCxnSpPr>
          <p:nvPr/>
        </p:nvCxnSpPr>
        <p:spPr>
          <a:xfrm>
            <a:off x="6657391" y="2822840"/>
            <a:ext cx="110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2A9771-D93F-BBB9-8834-F30D9A7CC6E9}"/>
              </a:ext>
            </a:extLst>
          </p:cNvPr>
          <p:cNvCxnSpPr>
            <a:cxnSpLocks/>
          </p:cNvCxnSpPr>
          <p:nvPr/>
        </p:nvCxnSpPr>
        <p:spPr>
          <a:xfrm>
            <a:off x="6759499" y="3039248"/>
            <a:ext cx="9723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129D82-899C-8D84-11FA-35D7E6CB380F}"/>
              </a:ext>
            </a:extLst>
          </p:cNvPr>
          <p:cNvCxnSpPr>
            <a:cxnSpLocks/>
          </p:cNvCxnSpPr>
          <p:nvPr/>
        </p:nvCxnSpPr>
        <p:spPr>
          <a:xfrm>
            <a:off x="6730543" y="3246512"/>
            <a:ext cx="9723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38FD3-E313-F538-5498-2E19D9747300}"/>
              </a:ext>
            </a:extLst>
          </p:cNvPr>
          <p:cNvCxnSpPr>
            <a:cxnSpLocks/>
          </p:cNvCxnSpPr>
          <p:nvPr/>
        </p:nvCxnSpPr>
        <p:spPr>
          <a:xfrm>
            <a:off x="6965239" y="3670184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55561C-0D9E-06F8-6DB7-6A5D8588F01A}"/>
              </a:ext>
            </a:extLst>
          </p:cNvPr>
          <p:cNvCxnSpPr>
            <a:cxnSpLocks/>
          </p:cNvCxnSpPr>
          <p:nvPr/>
        </p:nvCxnSpPr>
        <p:spPr>
          <a:xfrm>
            <a:off x="6975907" y="3868304"/>
            <a:ext cx="684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C844BC-6824-D2B0-A2B7-F334E6D19CE6}"/>
              </a:ext>
            </a:extLst>
          </p:cNvPr>
          <p:cNvCxnSpPr>
            <a:cxnSpLocks/>
          </p:cNvCxnSpPr>
          <p:nvPr/>
        </p:nvCxnSpPr>
        <p:spPr>
          <a:xfrm>
            <a:off x="6975907" y="4066424"/>
            <a:ext cx="684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FCD4A3-3041-790E-5B45-1B76FCC98EC7}"/>
              </a:ext>
            </a:extLst>
          </p:cNvPr>
          <p:cNvCxnSpPr>
            <a:cxnSpLocks/>
          </p:cNvCxnSpPr>
          <p:nvPr/>
        </p:nvCxnSpPr>
        <p:spPr>
          <a:xfrm>
            <a:off x="6975907" y="4261496"/>
            <a:ext cx="684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C492E9-C578-D791-E602-FC6D9AFC381E}"/>
              </a:ext>
            </a:extLst>
          </p:cNvPr>
          <p:cNvCxnSpPr>
            <a:cxnSpLocks/>
          </p:cNvCxnSpPr>
          <p:nvPr/>
        </p:nvCxnSpPr>
        <p:spPr>
          <a:xfrm>
            <a:off x="6986575" y="4459616"/>
            <a:ext cx="662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602D5D-66DE-3964-D48D-02556BC21918}"/>
              </a:ext>
            </a:extLst>
          </p:cNvPr>
          <p:cNvCxnSpPr>
            <a:cxnSpLocks/>
          </p:cNvCxnSpPr>
          <p:nvPr/>
        </p:nvCxnSpPr>
        <p:spPr>
          <a:xfrm>
            <a:off x="6986575" y="4657736"/>
            <a:ext cx="673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947990-ACAB-4875-889D-5E93CE81D89E}"/>
              </a:ext>
            </a:extLst>
          </p:cNvPr>
          <p:cNvCxnSpPr/>
          <p:nvPr/>
        </p:nvCxnSpPr>
        <p:spPr>
          <a:xfrm>
            <a:off x="7073443" y="4861952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5C19A0-9340-271A-17E5-B2B60CAD2C6C}"/>
              </a:ext>
            </a:extLst>
          </p:cNvPr>
          <p:cNvCxnSpPr/>
          <p:nvPr/>
        </p:nvCxnSpPr>
        <p:spPr>
          <a:xfrm>
            <a:off x="7084111" y="5060072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B363FC-CB87-A981-91F7-A9281CE63849}"/>
              </a:ext>
            </a:extLst>
          </p:cNvPr>
          <p:cNvCxnSpPr/>
          <p:nvPr/>
        </p:nvCxnSpPr>
        <p:spPr>
          <a:xfrm>
            <a:off x="7084111" y="5258192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B33FFD-E79D-6124-A62F-A6479993AC16}"/>
              </a:ext>
            </a:extLst>
          </p:cNvPr>
          <p:cNvCxnSpPr/>
          <p:nvPr/>
        </p:nvCxnSpPr>
        <p:spPr>
          <a:xfrm>
            <a:off x="7084111" y="5465456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FFBA22-F353-8A23-0FCB-3265A8884EBE}"/>
              </a:ext>
            </a:extLst>
          </p:cNvPr>
          <p:cNvCxnSpPr>
            <a:cxnSpLocks/>
          </p:cNvCxnSpPr>
          <p:nvPr/>
        </p:nvCxnSpPr>
        <p:spPr>
          <a:xfrm>
            <a:off x="6752640" y="3448616"/>
            <a:ext cx="966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0B1FDC4-A9F4-54AB-7FED-9749AC45B931}"/>
              </a:ext>
            </a:extLst>
          </p:cNvPr>
          <p:cNvSpPr txBox="1"/>
          <p:nvPr/>
        </p:nvSpPr>
        <p:spPr>
          <a:xfrm>
            <a:off x="6181420" y="6394661"/>
            <a:ext cx="138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Healthy </a:t>
            </a:r>
            <a:r>
              <a:rPr lang="en-US" b="1" dirty="0" err="1"/>
              <a:t>ctrls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1BA74F-BDFD-28CF-41F6-C553B6F2B154}"/>
              </a:ext>
            </a:extLst>
          </p:cNvPr>
          <p:cNvSpPr txBox="1"/>
          <p:nvPr/>
        </p:nvSpPr>
        <p:spPr>
          <a:xfrm>
            <a:off x="4823643" y="6403512"/>
            <a:ext cx="1265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Parkinson’s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20F02D-C94C-88AF-EE61-BC76130FBE0C}"/>
              </a:ext>
            </a:extLst>
          </p:cNvPr>
          <p:cNvCxnSpPr>
            <a:cxnSpLocks/>
          </p:cNvCxnSpPr>
          <p:nvPr/>
        </p:nvCxnSpPr>
        <p:spPr>
          <a:xfrm>
            <a:off x="6366653" y="6394661"/>
            <a:ext cx="9643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6CE916-6A0E-CBD6-67C1-B56932231368}"/>
              </a:ext>
            </a:extLst>
          </p:cNvPr>
          <p:cNvCxnSpPr>
            <a:cxnSpLocks/>
          </p:cNvCxnSpPr>
          <p:nvPr/>
        </p:nvCxnSpPr>
        <p:spPr>
          <a:xfrm flipH="1">
            <a:off x="5006195" y="6394661"/>
            <a:ext cx="108273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7">
            <a:extLst>
              <a:ext uri="{FF2B5EF4-FFF2-40B4-BE49-F238E27FC236}">
                <a16:creationId xmlns:a16="http://schemas.microsoft.com/office/drawing/2014/main" id="{1FD1DAFD-25BB-B4A4-AF53-1D531F287898}"/>
              </a:ext>
            </a:extLst>
          </p:cNvPr>
          <p:cNvSpPr/>
          <p:nvPr/>
        </p:nvSpPr>
        <p:spPr>
          <a:xfrm>
            <a:off x="548640" y="6510528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Sycuro Lab  |  University of Calgary  |  Gut microbiome &amp; Parkinson's disease</a:t>
            </a:r>
            <a:endParaRPr lang="en-US" sz="1000" dirty="0"/>
          </a:p>
        </p:txBody>
      </p:sp>
      <p:pic>
        <p:nvPicPr>
          <p:cNvPr id="36" name="Graphic 35" descr="Badge Tick with solid fill">
            <a:extLst>
              <a:ext uri="{FF2B5EF4-FFF2-40B4-BE49-F238E27FC236}">
                <a16:creationId xmlns:a16="http://schemas.microsoft.com/office/drawing/2014/main" id="{DA4A1CDB-F5F8-72D0-E640-3F32E9015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586" y="3151343"/>
            <a:ext cx="313944" cy="313944"/>
          </a:xfrm>
          <a:prstGeom prst="rect">
            <a:avLst/>
          </a:prstGeom>
        </p:spPr>
      </p:pic>
      <p:pic>
        <p:nvPicPr>
          <p:cNvPr id="37" name="Graphic 36" descr="Badge Tick with solid fill">
            <a:extLst>
              <a:ext uri="{FF2B5EF4-FFF2-40B4-BE49-F238E27FC236}">
                <a16:creationId xmlns:a16="http://schemas.microsoft.com/office/drawing/2014/main" id="{A0FECDD7-EAE7-BFC6-DF7A-44C2881ED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0026" y="1513236"/>
            <a:ext cx="313944" cy="313944"/>
          </a:xfrm>
          <a:prstGeom prst="rect">
            <a:avLst/>
          </a:prstGeom>
        </p:spPr>
      </p:pic>
      <p:pic>
        <p:nvPicPr>
          <p:cNvPr id="38" name="Graphic 37" descr="Badge Tick with solid fill">
            <a:extLst>
              <a:ext uri="{FF2B5EF4-FFF2-40B4-BE49-F238E27FC236}">
                <a16:creationId xmlns:a16="http://schemas.microsoft.com/office/drawing/2014/main" id="{48D6D677-8C81-89EB-EACD-36E5B6179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2846" y="2336787"/>
            <a:ext cx="313944" cy="313944"/>
          </a:xfrm>
          <a:prstGeom prst="rect">
            <a:avLst/>
          </a:prstGeom>
        </p:spPr>
      </p:pic>
      <p:pic>
        <p:nvPicPr>
          <p:cNvPr id="39" name="Graphic 38" descr="Badge Tick with solid fill">
            <a:extLst>
              <a:ext uri="{FF2B5EF4-FFF2-40B4-BE49-F238E27FC236}">
                <a16:creationId xmlns:a16="http://schemas.microsoft.com/office/drawing/2014/main" id="{2743EAE3-444E-3647-3597-1C038067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8373" y="4789643"/>
            <a:ext cx="313944" cy="313944"/>
          </a:xfrm>
          <a:prstGeom prst="rect">
            <a:avLst/>
          </a:prstGeom>
        </p:spPr>
      </p:pic>
      <p:pic>
        <p:nvPicPr>
          <p:cNvPr id="40" name="Graphic 39" descr="Badge Tick with solid fill">
            <a:extLst>
              <a:ext uri="{FF2B5EF4-FFF2-40B4-BE49-F238E27FC236}">
                <a16:creationId xmlns:a16="http://schemas.microsoft.com/office/drawing/2014/main" id="{16575A5B-962B-A152-F143-E4C7A3485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6209" y="4393403"/>
            <a:ext cx="313944" cy="313944"/>
          </a:xfrm>
          <a:prstGeom prst="rect">
            <a:avLst/>
          </a:prstGeom>
        </p:spPr>
      </p:pic>
      <p:pic>
        <p:nvPicPr>
          <p:cNvPr id="41" name="Graphic 40" descr="Badge Tick with solid fill">
            <a:extLst>
              <a:ext uri="{FF2B5EF4-FFF2-40B4-BE49-F238E27FC236}">
                <a16:creationId xmlns:a16="http://schemas.microsoft.com/office/drawing/2014/main" id="{3744974C-D752-1118-BCEC-7208BC340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8208" y="4136121"/>
            <a:ext cx="313944" cy="313944"/>
          </a:xfrm>
          <a:prstGeom prst="rect">
            <a:avLst/>
          </a:prstGeom>
        </p:spPr>
      </p:pic>
      <p:pic>
        <p:nvPicPr>
          <p:cNvPr id="42" name="Graphic 41" descr="Badge Tick with solid fill">
            <a:extLst>
              <a:ext uri="{FF2B5EF4-FFF2-40B4-BE49-F238E27FC236}">
                <a16:creationId xmlns:a16="http://schemas.microsoft.com/office/drawing/2014/main" id="{E52C6DFC-3EEF-C9B9-CFBD-5D48944BE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8208" y="3858950"/>
            <a:ext cx="313944" cy="313944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02851594-198A-E866-D045-EDC880A8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3" y="66290"/>
            <a:ext cx="10515600" cy="1325563"/>
          </a:xfrm>
        </p:spPr>
        <p:txBody>
          <a:bodyPr/>
          <a:lstStyle/>
          <a:p>
            <a:r>
              <a:rPr lang="en-US" dirty="0"/>
              <a:t>Functional Enrichment</a:t>
            </a:r>
          </a:p>
        </p:txBody>
      </p:sp>
    </p:spTree>
    <p:extLst>
      <p:ext uri="{BB962C8B-B14F-4D97-AF65-F5344CB8AC3E}">
        <p14:creationId xmlns:p14="http://schemas.microsoft.com/office/powerpoint/2010/main" val="49808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6425-4D12-74F7-FA89-B635B2F2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 Microbiome Networks in BC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7CDEF-6823-66C3-2DD6-579AB45D7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223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Connections</a:t>
            </a:r>
            <a:r>
              <a:rPr lang="en-US" dirty="0"/>
              <a:t> show a significant association of co-occurring taxa</a:t>
            </a:r>
          </a:p>
          <a:p>
            <a:r>
              <a:rPr lang="en-US" b="1" dirty="0"/>
              <a:t>Betweenness centrality </a:t>
            </a:r>
            <a:r>
              <a:rPr lang="en-US" dirty="0"/>
              <a:t>(average number of taxa acting as a bridge between one another) is higher in HC</a:t>
            </a:r>
          </a:p>
          <a:p>
            <a:r>
              <a:rPr lang="en-US" b="1" dirty="0"/>
              <a:t>Closeness centrality </a:t>
            </a:r>
            <a:r>
              <a:rPr lang="en-US" dirty="0"/>
              <a:t>indicates how close a taxon is to the rest of the taxa</a:t>
            </a:r>
            <a:endParaRPr lang="en-US" b="1" dirty="0"/>
          </a:p>
          <a:p>
            <a:r>
              <a:rPr lang="en-US" dirty="0"/>
              <a:t>Avril Metcalfe </a:t>
            </a:r>
            <a:r>
              <a:rPr lang="en-US" i="1" dirty="0"/>
              <a:t>et al </a:t>
            </a:r>
            <a:r>
              <a:rPr lang="en-US" dirty="0"/>
              <a:t>showed evidence of </a:t>
            </a:r>
          </a:p>
          <a:p>
            <a:pPr lvl="1"/>
            <a:r>
              <a:rPr lang="en-US" dirty="0"/>
              <a:t>decreased connectivity in PD gut networks</a:t>
            </a:r>
          </a:p>
          <a:p>
            <a:pPr lvl="1"/>
            <a:r>
              <a:rPr lang="en-US" dirty="0"/>
              <a:t>Tighter clusters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 descr="Details are in the caption following the image">
            <a:extLst>
              <a:ext uri="{FF2B5EF4-FFF2-40B4-BE49-F238E27FC236}">
                <a16:creationId xmlns:a16="http://schemas.microsoft.com/office/drawing/2014/main" id="{604769F8-80FF-8DB6-B87E-778CD6A9D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51" y="2184400"/>
            <a:ext cx="6350000" cy="4673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97D0E2-ED50-78A7-C9AD-8B4150A84D61}"/>
              </a:ext>
            </a:extLst>
          </p:cNvPr>
          <p:cNvSpPr txBox="1"/>
          <p:nvPr/>
        </p:nvSpPr>
        <p:spPr>
          <a:xfrm>
            <a:off x="0" y="6627168"/>
            <a:ext cx="46105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journals.plos.org</a:t>
            </a:r>
            <a:r>
              <a:rPr lang="en-US" sz="900" dirty="0"/>
              <a:t>/</a:t>
            </a:r>
            <a:r>
              <a:rPr lang="en-US" sz="900" dirty="0" err="1"/>
              <a:t>ploscompbiol</a:t>
            </a:r>
            <a:r>
              <a:rPr lang="en-US" sz="900" dirty="0"/>
              <a:t>/</a:t>
            </a:r>
            <a:r>
              <a:rPr lang="en-US" sz="900" dirty="0" err="1"/>
              <a:t>article?id</a:t>
            </a:r>
            <a:r>
              <a:rPr lang="en-US" sz="900" dirty="0"/>
              <a:t>=10.1371/journal.pcbi.1004226#sec001</a:t>
            </a:r>
          </a:p>
        </p:txBody>
      </p:sp>
    </p:spTree>
    <p:extLst>
      <p:ext uri="{BB962C8B-B14F-4D97-AF65-F5344CB8AC3E}">
        <p14:creationId xmlns:p14="http://schemas.microsoft.com/office/powerpoint/2010/main" val="103732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33E5684F-9524-414B-ADBE-BAE7E0D73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F9FBA-AF11-E292-08CA-719135E5B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9808"/>
            <a:ext cx="3999971" cy="16863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Microbiome Networks Differ by Connectivity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4057E0-0456-D900-004A-26589D97B3CB}"/>
              </a:ext>
            </a:extLst>
          </p:cNvPr>
          <p:cNvSpPr txBox="1"/>
          <p:nvPr/>
        </p:nvSpPr>
        <p:spPr>
          <a:xfrm>
            <a:off x="838199" y="2022364"/>
            <a:ext cx="3999971" cy="370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Node = </a:t>
            </a:r>
            <a:r>
              <a:rPr lang="en-US" sz="2000" dirty="0"/>
              <a:t>Bacterial species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Edge = </a:t>
            </a:r>
            <a:r>
              <a:rPr lang="en-US" sz="2000" dirty="0"/>
              <a:t>Direct association between two bacterial species after accounting for the rest of the dataset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 edge means that the abundance in two taxa cannot be explained by the rest of the community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Distance = </a:t>
            </a:r>
            <a:r>
              <a:rPr lang="en-US" sz="2000" dirty="0"/>
              <a:t>Number of nodes a species needs to traverse in order to reach another taxon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3816F20-BB94-8BBA-2ABE-ECD3415B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104" y="83951"/>
            <a:ext cx="2120766" cy="253457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D5A1124-FA0F-20EF-605B-2C94FDC93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895" y="214272"/>
            <a:ext cx="2120766" cy="2273932"/>
          </a:xfrm>
          <a:prstGeom prst="rect">
            <a:avLst/>
          </a:prstGeom>
        </p:spPr>
      </p:pic>
      <p:pic>
        <p:nvPicPr>
          <p:cNvPr id="60" name="Content Placeholder 59">
            <a:extLst>
              <a:ext uri="{FF2B5EF4-FFF2-40B4-BE49-F238E27FC236}">
                <a16:creationId xmlns:a16="http://schemas.microsoft.com/office/drawing/2014/main" id="{963C889F-37F1-18C4-33F8-D7F624312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4581" t="9597" r="84412" b="63563"/>
          <a:stretch>
            <a:fillRect/>
          </a:stretch>
        </p:blipFill>
        <p:spPr>
          <a:xfrm>
            <a:off x="4838171" y="3256123"/>
            <a:ext cx="1483757" cy="2071340"/>
          </a:xfrm>
          <a:prstGeom prst="rect">
            <a:avLst/>
          </a:prstGeom>
        </p:spPr>
      </p:pic>
      <p:pic>
        <p:nvPicPr>
          <p:cNvPr id="64" name="Content Placeholder 59">
            <a:extLst>
              <a:ext uri="{FF2B5EF4-FFF2-40B4-BE49-F238E27FC236}">
                <a16:creationId xmlns:a16="http://schemas.microsoft.com/office/drawing/2014/main" id="{CE9BE176-EB82-6690-95BB-DD33EB2AA9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380" r="26798" b="14044"/>
          <a:stretch>
            <a:fillRect/>
          </a:stretch>
        </p:blipFill>
        <p:spPr>
          <a:xfrm>
            <a:off x="9317319" y="2618525"/>
            <a:ext cx="2820832" cy="324161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55C4BD3-7C8E-1399-386C-43589CDD7E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69" t="1237" r="27033" b="13964"/>
          <a:stretch>
            <a:fillRect/>
          </a:stretch>
        </p:blipFill>
        <p:spPr>
          <a:xfrm>
            <a:off x="6321928" y="2571226"/>
            <a:ext cx="2820832" cy="319977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13FD766-706D-E282-7FD5-F2D05797F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4661" y="83951"/>
            <a:ext cx="2344522" cy="2454852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5B03579-1521-E379-6CF4-2106916B9E88}"/>
              </a:ext>
            </a:extLst>
          </p:cNvPr>
          <p:cNvSpPr txBox="1"/>
          <p:nvPr/>
        </p:nvSpPr>
        <p:spPr>
          <a:xfrm>
            <a:off x="117695" y="5855112"/>
            <a:ext cx="10248523" cy="9187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PD network shows a more densely connected microbial network, with more species linked by direct associations and shorter paths.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HC network shows dependency on a small number of connector species</a:t>
            </a:r>
          </a:p>
        </p:txBody>
      </p:sp>
    </p:spTree>
    <p:extLst>
      <p:ext uri="{BB962C8B-B14F-4D97-AF65-F5344CB8AC3E}">
        <p14:creationId xmlns:p14="http://schemas.microsoft.com/office/powerpoint/2010/main" val="252301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3DFE7-8BF7-0B98-D8A2-570A7008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D32A7E-3CC8-7865-B913-42AAD9664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43293"/>
              </p:ext>
            </p:extLst>
          </p:nvPr>
        </p:nvGraphicFramePr>
        <p:xfrm>
          <a:off x="838200" y="1536579"/>
          <a:ext cx="8341567" cy="1866133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013919">
                  <a:extLst>
                    <a:ext uri="{9D8B030D-6E8A-4147-A177-3AD203B41FA5}">
                      <a16:colId xmlns:a16="http://schemas.microsoft.com/office/drawing/2014/main" val="2163227398"/>
                    </a:ext>
                  </a:extLst>
                </a:gridCol>
                <a:gridCol w="3293458">
                  <a:extLst>
                    <a:ext uri="{9D8B030D-6E8A-4147-A177-3AD203B41FA5}">
                      <a16:colId xmlns:a16="http://schemas.microsoft.com/office/drawing/2014/main" val="1022966802"/>
                    </a:ext>
                  </a:extLst>
                </a:gridCol>
                <a:gridCol w="2205385">
                  <a:extLst>
                    <a:ext uri="{9D8B030D-6E8A-4147-A177-3AD203B41FA5}">
                      <a16:colId xmlns:a16="http://schemas.microsoft.com/office/drawing/2014/main" val="1202993496"/>
                    </a:ext>
                  </a:extLst>
                </a:gridCol>
                <a:gridCol w="828805">
                  <a:extLst>
                    <a:ext uri="{9D8B030D-6E8A-4147-A177-3AD203B41FA5}">
                      <a16:colId xmlns:a16="http://schemas.microsoft.com/office/drawing/2014/main" val="1095864826"/>
                    </a:ext>
                  </a:extLst>
                </a:gridCol>
              </a:tblGrid>
              <a:tr h="2666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PD Patients (n = 125)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Healthy </a:t>
                      </a:r>
                      <a:r>
                        <a:rPr lang="en-CA" sz="1600" kern="100" dirty="0" err="1">
                          <a:solidFill>
                            <a:schemeClr val="tx1"/>
                          </a:solidFill>
                          <a:effectLst/>
                        </a:rPr>
                        <a:t>ctrls</a:t>
                      </a: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 (n = 59)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p-</a:t>
                      </a:r>
                      <a:r>
                        <a:rPr lang="en-CA" sz="1600" kern="100" dirty="0" err="1">
                          <a:solidFill>
                            <a:schemeClr val="tx1"/>
                          </a:solidFill>
                          <a:effectLst/>
                        </a:rPr>
                        <a:t>val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4212646400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Demographics</a:t>
                      </a:r>
                      <a:endParaRPr lang="en-CA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132175705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Age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68 ± 8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67.5 ± 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0.78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180151854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Sex (%M, n)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61.6% (77)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39 % (23)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0.004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39987404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BMI (kg/m2)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26.3 ± 5.5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27.2 ± 5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0.27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881484179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Lifestyle factors</a:t>
                      </a:r>
                      <a:endParaRPr lang="en-CA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 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233821406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PASE Score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120 ± 68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138.1 ± 57.1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effectLst/>
                        </a:rPr>
                        <a:t>0.008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68554296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02913CA-72BA-2A13-8856-523FBB306C10}"/>
              </a:ext>
            </a:extLst>
          </p:cNvPr>
          <p:cNvSpPr txBox="1"/>
          <p:nvPr/>
        </p:nvSpPr>
        <p:spPr>
          <a:xfrm>
            <a:off x="9789276" y="3085951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Diagnosis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C49D7D-D250-873B-2353-A053CA7C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461" y="1407910"/>
            <a:ext cx="2471026" cy="17536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9D3A68-BBF5-425A-A440-BD87CFAA0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235" y="3520983"/>
            <a:ext cx="2425399" cy="2495497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8F3302A2-4779-E720-FEDB-630959B51B34}"/>
              </a:ext>
            </a:extLst>
          </p:cNvPr>
          <p:cNvSpPr/>
          <p:nvPr/>
        </p:nvSpPr>
        <p:spPr>
          <a:xfrm>
            <a:off x="8402527" y="2349060"/>
            <a:ext cx="777240" cy="2377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DCBFEA-B974-4C9E-997E-BE91D2250BAB}"/>
              </a:ext>
            </a:extLst>
          </p:cNvPr>
          <p:cNvSpPr/>
          <p:nvPr/>
        </p:nvSpPr>
        <p:spPr>
          <a:xfrm>
            <a:off x="8415820" y="3161541"/>
            <a:ext cx="777240" cy="2377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15B53F-5D60-BBF8-E7F8-8B2A72B48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68" y="3910501"/>
            <a:ext cx="3786124" cy="20394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2DA4B9D-3999-410F-6CD7-BBE228474DCF}"/>
              </a:ext>
            </a:extLst>
          </p:cNvPr>
          <p:cNvSpPr txBox="1"/>
          <p:nvPr/>
        </p:nvSpPr>
        <p:spPr>
          <a:xfrm>
            <a:off x="686124" y="5915937"/>
            <a:ext cx="194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Diagnosis AND sex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6EBE07-BBBC-C83F-1351-53B876A186F5}"/>
              </a:ext>
            </a:extLst>
          </p:cNvPr>
          <p:cNvSpPr txBox="1"/>
          <p:nvPr/>
        </p:nvSpPr>
        <p:spPr>
          <a:xfrm>
            <a:off x="5491004" y="6074704"/>
            <a:ext cx="2257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Physical activity score</a:t>
            </a: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05E46994-DBCE-AA80-3573-9BEE19C7EBA8}"/>
              </a:ext>
            </a:extLst>
          </p:cNvPr>
          <p:cNvSpPr/>
          <p:nvPr/>
        </p:nvSpPr>
        <p:spPr>
          <a:xfrm>
            <a:off x="548640" y="6510528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Sycuro Lab  |  University of Calgary  |  Gut microbiome &amp; Parkinson's disease</a:t>
            </a:r>
            <a:endParaRPr lang="en-US" sz="1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9EE8E5-405B-69F1-B16F-9869EF17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Differences</a:t>
            </a:r>
          </a:p>
        </p:txBody>
      </p:sp>
    </p:spTree>
    <p:extLst>
      <p:ext uri="{BB962C8B-B14F-4D97-AF65-F5344CB8AC3E}">
        <p14:creationId xmlns:p14="http://schemas.microsoft.com/office/powerpoint/2010/main" val="43662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BEC2C-18FC-DE0F-3B72-E3830948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A5E0E8-647E-B43B-B50C-869F75D05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104815"/>
              </p:ext>
            </p:extLst>
          </p:nvPr>
        </p:nvGraphicFramePr>
        <p:xfrm>
          <a:off x="904230" y="1736778"/>
          <a:ext cx="8341566" cy="133286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157304">
                  <a:extLst>
                    <a:ext uri="{9D8B030D-6E8A-4147-A177-3AD203B41FA5}">
                      <a16:colId xmlns:a16="http://schemas.microsoft.com/office/drawing/2014/main" val="2857046174"/>
                    </a:ext>
                  </a:extLst>
                </a:gridCol>
                <a:gridCol w="2150072">
                  <a:extLst>
                    <a:ext uri="{9D8B030D-6E8A-4147-A177-3AD203B41FA5}">
                      <a16:colId xmlns:a16="http://schemas.microsoft.com/office/drawing/2014/main" val="1546877260"/>
                    </a:ext>
                  </a:extLst>
                </a:gridCol>
                <a:gridCol w="2205386">
                  <a:extLst>
                    <a:ext uri="{9D8B030D-6E8A-4147-A177-3AD203B41FA5}">
                      <a16:colId xmlns:a16="http://schemas.microsoft.com/office/drawing/2014/main" val="1144972552"/>
                    </a:ext>
                  </a:extLst>
                </a:gridCol>
                <a:gridCol w="828804">
                  <a:extLst>
                    <a:ext uri="{9D8B030D-6E8A-4147-A177-3AD203B41FA5}">
                      <a16:colId xmlns:a16="http://schemas.microsoft.com/office/drawing/2014/main" val="3026023291"/>
                    </a:ext>
                  </a:extLst>
                </a:gridCol>
              </a:tblGrid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Medical history</a:t>
                      </a:r>
                      <a:endParaRPr lang="en-CA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 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 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896620601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PD age at onset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63 ± 9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351380845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Functional constipation (%, n)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25.6% (32)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3.5% (2)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0.0002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4133113510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IBS (%, n)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90.8% (109)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72.9% (43)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effectLst/>
                        </a:rPr>
                        <a:t>0.003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885324079"/>
                  </a:ext>
                </a:extLst>
              </a:tr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     IBS Symptom severity score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88.3 ± 62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65.4 ± 59.6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0.01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40493410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8E167C-966D-60A2-EC0F-FDE5ED7E4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032998"/>
              </p:ext>
            </p:extLst>
          </p:nvPr>
        </p:nvGraphicFramePr>
        <p:xfrm>
          <a:off x="904230" y="3066788"/>
          <a:ext cx="8341566" cy="813562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157304">
                  <a:extLst>
                    <a:ext uri="{9D8B030D-6E8A-4147-A177-3AD203B41FA5}">
                      <a16:colId xmlns:a16="http://schemas.microsoft.com/office/drawing/2014/main" val="3532382795"/>
                    </a:ext>
                  </a:extLst>
                </a:gridCol>
                <a:gridCol w="2150072">
                  <a:extLst>
                    <a:ext uri="{9D8B030D-6E8A-4147-A177-3AD203B41FA5}">
                      <a16:colId xmlns:a16="http://schemas.microsoft.com/office/drawing/2014/main" val="1570132288"/>
                    </a:ext>
                  </a:extLst>
                </a:gridCol>
                <a:gridCol w="2205386">
                  <a:extLst>
                    <a:ext uri="{9D8B030D-6E8A-4147-A177-3AD203B41FA5}">
                      <a16:colId xmlns:a16="http://schemas.microsoft.com/office/drawing/2014/main" val="1640643657"/>
                    </a:ext>
                  </a:extLst>
                </a:gridCol>
                <a:gridCol w="828804">
                  <a:extLst>
                    <a:ext uri="{9D8B030D-6E8A-4147-A177-3AD203B41FA5}">
                      <a16:colId xmlns:a16="http://schemas.microsoft.com/office/drawing/2014/main" val="2755795958"/>
                    </a:ext>
                  </a:extLst>
                </a:gridCol>
              </a:tblGrid>
              <a:tr h="129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effectLst/>
                        </a:rPr>
                        <a:t>Treatment and supplements</a:t>
                      </a:r>
                      <a:endParaRPr lang="en-CA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 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607139332"/>
                  </a:ext>
                </a:extLst>
              </a:tr>
              <a:tr h="2666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Benzodiazepines and sleeping-inducing medication (%, n)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12% (15)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1.7% (1)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0.02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33678858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6648EB-46D5-1C7F-4683-F49D928CF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59450"/>
              </p:ext>
            </p:extLst>
          </p:nvPr>
        </p:nvGraphicFramePr>
        <p:xfrm>
          <a:off x="904229" y="1464015"/>
          <a:ext cx="8341567" cy="26669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158980">
                  <a:extLst>
                    <a:ext uri="{9D8B030D-6E8A-4147-A177-3AD203B41FA5}">
                      <a16:colId xmlns:a16="http://schemas.microsoft.com/office/drawing/2014/main" val="2163227398"/>
                    </a:ext>
                  </a:extLst>
                </a:gridCol>
                <a:gridCol w="2148397">
                  <a:extLst>
                    <a:ext uri="{9D8B030D-6E8A-4147-A177-3AD203B41FA5}">
                      <a16:colId xmlns:a16="http://schemas.microsoft.com/office/drawing/2014/main" val="1022966802"/>
                    </a:ext>
                  </a:extLst>
                </a:gridCol>
                <a:gridCol w="2205385">
                  <a:extLst>
                    <a:ext uri="{9D8B030D-6E8A-4147-A177-3AD203B41FA5}">
                      <a16:colId xmlns:a16="http://schemas.microsoft.com/office/drawing/2014/main" val="1202993496"/>
                    </a:ext>
                  </a:extLst>
                </a:gridCol>
                <a:gridCol w="828805">
                  <a:extLst>
                    <a:ext uri="{9D8B030D-6E8A-4147-A177-3AD203B41FA5}">
                      <a16:colId xmlns:a16="http://schemas.microsoft.com/office/drawing/2014/main" val="1095864826"/>
                    </a:ext>
                  </a:extLst>
                </a:gridCol>
              </a:tblGrid>
              <a:tr h="2666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PD Patients (n = 125)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Healthy </a:t>
                      </a:r>
                      <a:r>
                        <a:rPr lang="en-CA" sz="1600" kern="100" dirty="0" err="1">
                          <a:solidFill>
                            <a:schemeClr val="tx1"/>
                          </a:solidFill>
                          <a:effectLst/>
                        </a:rPr>
                        <a:t>ctrls</a:t>
                      </a: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 (n = 59)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p-</a:t>
                      </a:r>
                      <a:r>
                        <a:rPr lang="en-CA" sz="1600" kern="100" dirty="0" err="1">
                          <a:solidFill>
                            <a:schemeClr val="tx1"/>
                          </a:solidFill>
                          <a:effectLst/>
                        </a:rPr>
                        <a:t>val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421264640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68EDD25-D2DC-6770-1386-AFA529E46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29" y="4616950"/>
            <a:ext cx="4318000" cy="2159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4D912B6-44B4-AE6A-E5CE-D16B2B8A6090}"/>
              </a:ext>
            </a:extLst>
          </p:cNvPr>
          <p:cNvSpPr/>
          <p:nvPr/>
        </p:nvSpPr>
        <p:spPr>
          <a:xfrm>
            <a:off x="8439582" y="2267850"/>
            <a:ext cx="777240" cy="2724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70EB84-5CFC-0E0A-690A-BF0C6182C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18" y="4616950"/>
            <a:ext cx="4318000" cy="215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D17994-35DA-F459-ED3E-3A65EFE70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572" y="1409139"/>
            <a:ext cx="2852461" cy="278643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83DCECD-6A72-8363-A298-9D287ADEDB02}"/>
              </a:ext>
            </a:extLst>
          </p:cNvPr>
          <p:cNvSpPr/>
          <p:nvPr/>
        </p:nvSpPr>
        <p:spPr>
          <a:xfrm>
            <a:off x="8446665" y="2532686"/>
            <a:ext cx="777240" cy="5206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716D615-E041-53D5-1A47-0E9E09410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90158"/>
              </p:ext>
            </p:extLst>
          </p:nvPr>
        </p:nvGraphicFramePr>
        <p:xfrm>
          <a:off x="904229" y="3879199"/>
          <a:ext cx="8341565" cy="266573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157303">
                  <a:extLst>
                    <a:ext uri="{9D8B030D-6E8A-4147-A177-3AD203B41FA5}">
                      <a16:colId xmlns:a16="http://schemas.microsoft.com/office/drawing/2014/main" val="2260049527"/>
                    </a:ext>
                  </a:extLst>
                </a:gridCol>
                <a:gridCol w="2150072">
                  <a:extLst>
                    <a:ext uri="{9D8B030D-6E8A-4147-A177-3AD203B41FA5}">
                      <a16:colId xmlns:a16="http://schemas.microsoft.com/office/drawing/2014/main" val="2926598071"/>
                    </a:ext>
                  </a:extLst>
                </a:gridCol>
                <a:gridCol w="2205386">
                  <a:extLst>
                    <a:ext uri="{9D8B030D-6E8A-4147-A177-3AD203B41FA5}">
                      <a16:colId xmlns:a16="http://schemas.microsoft.com/office/drawing/2014/main" val="501679428"/>
                    </a:ext>
                  </a:extLst>
                </a:gridCol>
                <a:gridCol w="828804">
                  <a:extLst>
                    <a:ext uri="{9D8B030D-6E8A-4147-A177-3AD203B41FA5}">
                      <a16:colId xmlns:a16="http://schemas.microsoft.com/office/drawing/2014/main" val="83923063"/>
                    </a:ext>
                  </a:extLst>
                </a:gridCol>
              </a:tblGrid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Laxatives (%, n)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12.4% (14)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1.7% (1)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effectLst/>
                        </a:rPr>
                        <a:t>0.02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792180431"/>
                  </a:ext>
                </a:extLst>
              </a:tr>
            </a:tbl>
          </a:graphicData>
        </a:graphic>
      </p:graphicFrame>
      <p:sp>
        <p:nvSpPr>
          <p:cNvPr id="20" name="Text 7">
            <a:extLst>
              <a:ext uri="{FF2B5EF4-FFF2-40B4-BE49-F238E27FC236}">
                <a16:creationId xmlns:a16="http://schemas.microsoft.com/office/drawing/2014/main" id="{41ACC435-9810-C0D1-30D2-8A7E85D3E18B}"/>
              </a:ext>
            </a:extLst>
          </p:cNvPr>
          <p:cNvSpPr/>
          <p:nvPr/>
        </p:nvSpPr>
        <p:spPr>
          <a:xfrm>
            <a:off x="548640" y="6510528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Sycuro Lab  |  University of Calgary  |  Gut microbiome &amp; Parkinson's disease</a:t>
            </a:r>
            <a:endParaRPr lang="en-US" sz="1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BFC3E3B-0F2B-E154-13C3-C6C6AA25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Differences (cont’d)</a:t>
            </a:r>
          </a:p>
        </p:txBody>
      </p:sp>
    </p:spTree>
    <p:extLst>
      <p:ext uri="{BB962C8B-B14F-4D97-AF65-F5344CB8AC3E}">
        <p14:creationId xmlns:p14="http://schemas.microsoft.com/office/powerpoint/2010/main" val="4119666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27475F-D4AD-2B87-6D6C-9DB50DB80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259490"/>
              </p:ext>
            </p:extLst>
          </p:nvPr>
        </p:nvGraphicFramePr>
        <p:xfrm>
          <a:off x="644689" y="2047229"/>
          <a:ext cx="8341565" cy="2932303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157303">
                  <a:extLst>
                    <a:ext uri="{9D8B030D-6E8A-4147-A177-3AD203B41FA5}">
                      <a16:colId xmlns:a16="http://schemas.microsoft.com/office/drawing/2014/main" val="1522783066"/>
                    </a:ext>
                  </a:extLst>
                </a:gridCol>
                <a:gridCol w="2150072">
                  <a:extLst>
                    <a:ext uri="{9D8B030D-6E8A-4147-A177-3AD203B41FA5}">
                      <a16:colId xmlns:a16="http://schemas.microsoft.com/office/drawing/2014/main" val="465786088"/>
                    </a:ext>
                  </a:extLst>
                </a:gridCol>
                <a:gridCol w="2205386">
                  <a:extLst>
                    <a:ext uri="{9D8B030D-6E8A-4147-A177-3AD203B41FA5}">
                      <a16:colId xmlns:a16="http://schemas.microsoft.com/office/drawing/2014/main" val="3299195015"/>
                    </a:ext>
                  </a:extLst>
                </a:gridCol>
                <a:gridCol w="828804">
                  <a:extLst>
                    <a:ext uri="{9D8B030D-6E8A-4147-A177-3AD203B41FA5}">
                      <a16:colId xmlns:a16="http://schemas.microsoft.com/office/drawing/2014/main" val="2759115607"/>
                    </a:ext>
                  </a:extLst>
                </a:gridCol>
              </a:tblGrid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rgbClr val="000000"/>
                          </a:solidFill>
                          <a:effectLst/>
                        </a:rPr>
                        <a:t>Disease-associated features</a:t>
                      </a:r>
                      <a:endParaRPr lang="en-CA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>
                          <a:effectLst/>
                        </a:rPr>
                        <a:t> 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 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3256191158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MDS-UPDRS part 1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9 ± 6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1270957114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MDS-UPDRS part 2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14.8 ± 10.3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807619899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MDS-UPDRS part 3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27.4 ± 16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1502510037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     Tremor score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4.5 ± 4.9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1573861599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     Akinesia score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16.5 ± 10.5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788878625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     H &amp; Y stage (PD progression)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2.2 ± 0.6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4216871701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MDS-UPDRS part 4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5.1 ± 3.8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452905310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     Dyskinesia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0.8 ± 1.3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2148027197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solidFill>
                            <a:srgbClr val="000000"/>
                          </a:solidFill>
                          <a:effectLst/>
                        </a:rPr>
                        <a:t>          Motor fluctuation score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3.7 ± 2.8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637318462"/>
                  </a:ext>
                </a:extLst>
              </a:tr>
              <a:tr h="180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0" kern="100" dirty="0">
                          <a:effectLst/>
                        </a:rPr>
                        <a:t>          Painful dystonia</a:t>
                      </a:r>
                      <a:endParaRPr lang="en-CA" sz="16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0.5 ± 0.8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-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-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14585375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9167FB-1DCA-AE33-8421-E1EF40A1B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506158"/>
              </p:ext>
            </p:extLst>
          </p:nvPr>
        </p:nvGraphicFramePr>
        <p:xfrm>
          <a:off x="644689" y="1780534"/>
          <a:ext cx="8341567" cy="26669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158980">
                  <a:extLst>
                    <a:ext uri="{9D8B030D-6E8A-4147-A177-3AD203B41FA5}">
                      <a16:colId xmlns:a16="http://schemas.microsoft.com/office/drawing/2014/main" val="383852007"/>
                    </a:ext>
                  </a:extLst>
                </a:gridCol>
                <a:gridCol w="2148397">
                  <a:extLst>
                    <a:ext uri="{9D8B030D-6E8A-4147-A177-3AD203B41FA5}">
                      <a16:colId xmlns:a16="http://schemas.microsoft.com/office/drawing/2014/main" val="2716897528"/>
                    </a:ext>
                  </a:extLst>
                </a:gridCol>
                <a:gridCol w="2205385">
                  <a:extLst>
                    <a:ext uri="{9D8B030D-6E8A-4147-A177-3AD203B41FA5}">
                      <a16:colId xmlns:a16="http://schemas.microsoft.com/office/drawing/2014/main" val="540513025"/>
                    </a:ext>
                  </a:extLst>
                </a:gridCol>
                <a:gridCol w="828805">
                  <a:extLst>
                    <a:ext uri="{9D8B030D-6E8A-4147-A177-3AD203B41FA5}">
                      <a16:colId xmlns:a16="http://schemas.microsoft.com/office/drawing/2014/main" val="258271958"/>
                    </a:ext>
                  </a:extLst>
                </a:gridCol>
              </a:tblGrid>
              <a:tr h="2666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b="1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PD Patients (n = 125)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Healthy </a:t>
                      </a:r>
                      <a:r>
                        <a:rPr lang="en-CA" sz="1600" kern="100" dirty="0" err="1">
                          <a:solidFill>
                            <a:schemeClr val="tx1"/>
                          </a:solidFill>
                          <a:effectLst/>
                        </a:rPr>
                        <a:t>ctrls</a:t>
                      </a: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 (n = 59)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solidFill>
                            <a:schemeClr val="tx1"/>
                          </a:solidFill>
                          <a:effectLst/>
                        </a:rPr>
                        <a:t>p-</a:t>
                      </a:r>
                      <a:r>
                        <a:rPr lang="en-CA" sz="1600" kern="100" dirty="0" err="1">
                          <a:solidFill>
                            <a:schemeClr val="tx1"/>
                          </a:solidFill>
                          <a:effectLst/>
                        </a:rPr>
                        <a:t>val</a:t>
                      </a:r>
                      <a:endParaRPr lang="en-CA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576" marR="42576" marT="0" marB="0"/>
                </a:tc>
                <a:extLst>
                  <a:ext uri="{0D108BD9-81ED-4DB2-BD59-A6C34878D82A}">
                    <a16:rowId xmlns:a16="http://schemas.microsoft.com/office/drawing/2014/main" val="1494241732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1DE71092-FCAF-8E1F-8E37-BFADAAEB5929}"/>
              </a:ext>
            </a:extLst>
          </p:cNvPr>
          <p:cNvSpPr/>
          <p:nvPr/>
        </p:nvSpPr>
        <p:spPr>
          <a:xfrm>
            <a:off x="9062318" y="2371915"/>
            <a:ext cx="326757" cy="1554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C98E7-EA90-123A-C070-83D0FDADD7D2}"/>
              </a:ext>
            </a:extLst>
          </p:cNvPr>
          <p:cNvSpPr txBox="1"/>
          <p:nvPr/>
        </p:nvSpPr>
        <p:spPr>
          <a:xfrm>
            <a:off x="562628" y="5723441"/>
            <a:ext cx="6624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MDS-UPDRS: </a:t>
            </a:r>
            <a:r>
              <a:rPr lang="en-US" dirty="0"/>
              <a:t>Movement Disorder Society-Sponsored Revision of the </a:t>
            </a:r>
          </a:p>
          <a:p>
            <a:r>
              <a:rPr lang="en-US" dirty="0"/>
              <a:t>Unified Parkinson’s Disease Rating Scale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D893C-FB37-906C-5310-10B4CE2D81E2}"/>
              </a:ext>
            </a:extLst>
          </p:cNvPr>
          <p:cNvSpPr txBox="1"/>
          <p:nvPr/>
        </p:nvSpPr>
        <p:spPr>
          <a:xfrm>
            <a:off x="9389075" y="2264973"/>
            <a:ext cx="227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Non-motor daily living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6E65D1C-9B37-7810-D5BE-5902C022BAA8}"/>
              </a:ext>
            </a:extLst>
          </p:cNvPr>
          <p:cNvSpPr/>
          <p:nvPr/>
        </p:nvSpPr>
        <p:spPr>
          <a:xfrm>
            <a:off x="9062318" y="2663523"/>
            <a:ext cx="326757" cy="1554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2865E-0038-858D-0D12-3951C4D570BA}"/>
              </a:ext>
            </a:extLst>
          </p:cNvPr>
          <p:cNvSpPr txBox="1"/>
          <p:nvPr/>
        </p:nvSpPr>
        <p:spPr>
          <a:xfrm>
            <a:off x="9389075" y="2556581"/>
            <a:ext cx="182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Motor daily living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69F9631-AB7A-D097-B976-8D165CEC0625}"/>
              </a:ext>
            </a:extLst>
          </p:cNvPr>
          <p:cNvSpPr/>
          <p:nvPr/>
        </p:nvSpPr>
        <p:spPr>
          <a:xfrm>
            <a:off x="9062318" y="2955131"/>
            <a:ext cx="326757" cy="1554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5A779F-3F9A-5E3D-D5C2-C0E19637A991}"/>
              </a:ext>
            </a:extLst>
          </p:cNvPr>
          <p:cNvSpPr txBox="1"/>
          <p:nvPr/>
        </p:nvSpPr>
        <p:spPr>
          <a:xfrm>
            <a:off x="9389075" y="2848189"/>
            <a:ext cx="133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Motor exam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F3B67373-622D-1CA9-6D7F-13B58E89A95B}"/>
              </a:ext>
            </a:extLst>
          </p:cNvPr>
          <p:cNvSpPr/>
          <p:nvPr/>
        </p:nvSpPr>
        <p:spPr>
          <a:xfrm>
            <a:off x="9062318" y="3983165"/>
            <a:ext cx="326757" cy="1554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654108-446B-B9E8-EA96-94C721CA249B}"/>
              </a:ext>
            </a:extLst>
          </p:cNvPr>
          <p:cNvSpPr txBox="1"/>
          <p:nvPr/>
        </p:nvSpPr>
        <p:spPr>
          <a:xfrm>
            <a:off x="9389075" y="3876223"/>
            <a:ext cx="2130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Motor complications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1587A5-C960-AEA7-9940-D670D30E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 Baseline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3870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15741</TotalTime>
  <Words>984</Words>
  <Application>Microsoft Macintosh PowerPoint</Application>
  <PresentationFormat>Widescreen</PresentationFormat>
  <Paragraphs>244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Parkinson’s Data Update</vt:lpstr>
      <vt:lpstr>Sequencing Data Workflow</vt:lpstr>
      <vt:lpstr>QC Results</vt:lpstr>
      <vt:lpstr>Metagenomics Processing</vt:lpstr>
      <vt:lpstr>Gut Microbiome Diversity Differs by PD Status</vt:lpstr>
      <vt:lpstr>Gut Microbiome Diversity Differs by PD and Sex </vt:lpstr>
      <vt:lpstr>Taxonomic Enrichment by PD Status and Sex</vt:lpstr>
      <vt:lpstr>Functional Enrichment</vt:lpstr>
      <vt:lpstr>PD Microbiome Networks in BC Study</vt:lpstr>
      <vt:lpstr>Microbiome Networks Differ by Connectivity</vt:lpstr>
      <vt:lpstr>Baseline Differences</vt:lpstr>
      <vt:lpstr>Baseline Differences (cont’d)</vt:lpstr>
      <vt:lpstr>PD Baseline Characteristics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Castaneda Mogollon</dc:creator>
  <cp:lastModifiedBy>Daniel Castaneda Mogollon</cp:lastModifiedBy>
  <cp:revision>5</cp:revision>
  <dcterms:created xsi:type="dcterms:W3CDTF">2026-06-01T19:30:45Z</dcterms:created>
  <dcterms:modified xsi:type="dcterms:W3CDTF">2026-06-12T17:52:12Z</dcterms:modified>
</cp:coreProperties>
</file>